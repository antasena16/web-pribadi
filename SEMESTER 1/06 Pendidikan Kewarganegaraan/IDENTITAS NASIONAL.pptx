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7" r:id="rId2"/>
    <p:sldId id="264" r:id="rId3"/>
    <p:sldId id="265" r:id="rId4"/>
    <p:sldId id="263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39F9A6-99C4-4B57-B1EF-006AECD38B86}" type="datetimeFigureOut">
              <a:rPr lang="en-US" smtClean="0"/>
              <a:t>3/22/2021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EBD06-8903-4BBD-ACE1-D438A46C8C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80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7D3124E0-CF07-4AD7-B3FE-EB77002D8A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E84752-06B6-42EC-8C3F-FB7A638A49F1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51775056-FA3C-48C8-8130-5616276EE0C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41413" y="685800"/>
            <a:ext cx="4572000" cy="3429000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B191CE8-61D4-4456-817C-E6074CD98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CFBC9FE0-E4A9-4B42-ABDF-90B86A6CB6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42E39C7-F987-4C78-AD10-9E1CCF96591F}" type="slidenum">
              <a:rPr kumimoji="0" lang="en-GB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F1B7DC49-C1F0-4D07-B957-432BFBB8156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41413" y="685800"/>
            <a:ext cx="4572000" cy="3429000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94AABDE9-4A6D-4005-AEAB-F782319C69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9532457C-CAC6-48C1-B960-C8A9E934AAFC}"/>
              </a:ext>
            </a:extLst>
          </p:cNvPr>
          <p:cNvGrpSpPr>
            <a:grpSpLocks/>
          </p:cNvGrpSpPr>
          <p:nvPr/>
        </p:nvGrpSpPr>
        <p:grpSpPr bwMode="auto">
          <a:xfrm>
            <a:off x="5067300" y="1789114"/>
            <a:ext cx="7120467" cy="5056187"/>
            <a:chOff x="2394" y="1127"/>
            <a:chExt cx="3364" cy="3185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94B15BA4-B50B-4BA7-84B5-417192C34D6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30" y="1365"/>
              <a:ext cx="197" cy="10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6" name="Oval 4">
              <a:extLst>
                <a:ext uri="{FF2B5EF4-FFF2-40B4-BE49-F238E27FC236}">
                  <a16:creationId xmlns:a16="http://schemas.microsoft.com/office/drawing/2014/main" id="{D4B1DF2D-4205-47AC-B181-39E2D9064B7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99" y="1185"/>
              <a:ext cx="47" cy="47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47C00A08-1CB8-4A27-A37A-33BCD035BB2F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995337">
              <a:off x="5205" y="1495"/>
              <a:ext cx="6" cy="20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12D6020-2B34-48DB-9E37-850EB29E3A4B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4871" y="3508"/>
              <a:ext cx="66" cy="96"/>
            </a:xfrm>
            <a:custGeom>
              <a:avLst/>
              <a:gdLst/>
              <a:ahLst/>
              <a:cxnLst>
                <a:cxn ang="0">
                  <a:pos x="18" y="96"/>
                </a:cxn>
                <a:cxn ang="0">
                  <a:pos x="42" y="78"/>
                </a:cxn>
                <a:cxn ang="0">
                  <a:pos x="60" y="60"/>
                </a:cxn>
                <a:cxn ang="0">
                  <a:pos x="66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24" y="6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0" y="60"/>
                </a:cxn>
                <a:cxn ang="0">
                  <a:pos x="12" y="84"/>
                </a:cxn>
                <a:cxn ang="0">
                  <a:pos x="18" y="96"/>
                </a:cxn>
                <a:cxn ang="0">
                  <a:pos x="18" y="96"/>
                </a:cxn>
                <a:cxn ang="0">
                  <a:pos x="42" y="18"/>
                </a:cxn>
                <a:cxn ang="0">
                  <a:pos x="54" y="24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36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12" y="48"/>
                </a:cxn>
                <a:cxn ang="0">
                  <a:pos x="18" y="24"/>
                </a:cxn>
                <a:cxn ang="0">
                  <a:pos x="30" y="18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79EE4C99-C1F6-4179-BEF3-67573696A6EC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91736">
              <a:off x="5487" y="1535"/>
              <a:ext cx="6" cy="199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4FFE6278-9E73-43F8-833B-566DD5B65CAE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-926223">
              <a:off x="5640" y="1521"/>
              <a:ext cx="6" cy="881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455C5A77-C50A-4047-907C-CF19AB05AC1F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-1140313">
              <a:off x="3444" y="1816"/>
              <a:ext cx="6" cy="203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51374A7E-CDC8-47BC-AD1D-0865D2A8BEAE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1114412">
              <a:off x="2757" y="1821"/>
              <a:ext cx="6" cy="211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3AE90D39-6B03-4F86-BBC7-4D993A81C5BA}"/>
                </a:ext>
              </a:extLst>
            </p:cNvPr>
            <p:cNvSpPr>
              <a:spLocks noChangeArrowheads="1"/>
            </p:cNvSpPr>
            <p:nvPr/>
          </p:nvSpPr>
          <p:spPr bwMode="ltGray">
            <a:xfrm rot="254676">
              <a:off x="3035" y="1870"/>
              <a:ext cx="6" cy="190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99E21575-EA58-46FB-B8E1-5D75B30120C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007" y="3021"/>
              <a:ext cx="623" cy="156"/>
            </a:xfrm>
            <a:custGeom>
              <a:avLst/>
              <a:gdLst/>
              <a:ahLst/>
              <a:cxnLst>
                <a:cxn ang="0">
                  <a:pos x="6" y="18"/>
                </a:cxn>
                <a:cxn ang="0">
                  <a:pos x="162" y="36"/>
                </a:cxn>
                <a:cxn ang="0">
                  <a:pos x="251" y="36"/>
                </a:cxn>
                <a:cxn ang="0">
                  <a:pos x="354" y="30"/>
                </a:cxn>
                <a:cxn ang="0">
                  <a:pos x="473" y="18"/>
                </a:cxn>
                <a:cxn ang="0">
                  <a:pos x="611" y="0"/>
                </a:cxn>
                <a:cxn ang="0">
                  <a:pos x="623" y="114"/>
                </a:cxn>
                <a:cxn ang="0">
                  <a:pos x="497" y="138"/>
                </a:cxn>
                <a:cxn ang="0">
                  <a:pos x="414" y="150"/>
                </a:cxn>
                <a:cxn ang="0">
                  <a:pos x="318" y="156"/>
                </a:cxn>
                <a:cxn ang="0">
                  <a:pos x="215" y="156"/>
                </a:cxn>
                <a:cxn ang="0">
                  <a:pos x="108" y="150"/>
                </a:cxn>
                <a:cxn ang="0">
                  <a:pos x="0" y="132"/>
                </a:cxn>
                <a:cxn ang="0">
                  <a:pos x="6" y="18"/>
                </a:cxn>
                <a:cxn ang="0">
                  <a:pos x="6" y="18"/>
                </a:cxn>
              </a:cxnLst>
              <a:rect l="0" t="0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FDBF27FE-9E1F-4D69-9D47-F2FC81B2AA3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762" y="3591"/>
              <a:ext cx="996" cy="126"/>
            </a:xfrm>
            <a:custGeom>
              <a:avLst/>
              <a:gdLst/>
              <a:ahLst/>
              <a:cxnLst>
                <a:cxn ang="0">
                  <a:pos x="754" y="6"/>
                </a:cxn>
                <a:cxn ang="0">
                  <a:pos x="652" y="6"/>
                </a:cxn>
                <a:cxn ang="0">
                  <a:pos x="563" y="6"/>
                </a:cxn>
                <a:cxn ang="0">
                  <a:pos x="479" y="6"/>
                </a:cxn>
                <a:cxn ang="0">
                  <a:pos x="401" y="6"/>
                </a:cxn>
                <a:cxn ang="0">
                  <a:pos x="335" y="0"/>
                </a:cxn>
                <a:cxn ang="0">
                  <a:pos x="276" y="0"/>
                </a:cxn>
                <a:cxn ang="0">
                  <a:pos x="222" y="0"/>
                </a:cxn>
                <a:cxn ang="0">
                  <a:pos x="180" y="6"/>
                </a:cxn>
                <a:cxn ang="0">
                  <a:pos x="138" y="6"/>
                </a:cxn>
                <a:cxn ang="0">
                  <a:pos x="108" y="6"/>
                </a:cxn>
                <a:cxn ang="0">
                  <a:pos x="54" y="6"/>
                </a:cxn>
                <a:cxn ang="0">
                  <a:pos x="24" y="12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12" y="42"/>
                </a:cxn>
                <a:cxn ang="0">
                  <a:pos x="18" y="48"/>
                </a:cxn>
                <a:cxn ang="0">
                  <a:pos x="30" y="54"/>
                </a:cxn>
                <a:cxn ang="0">
                  <a:pos x="60" y="60"/>
                </a:cxn>
                <a:cxn ang="0">
                  <a:pos x="90" y="72"/>
                </a:cxn>
                <a:cxn ang="0">
                  <a:pos x="144" y="84"/>
                </a:cxn>
                <a:cxn ang="0">
                  <a:pos x="210" y="90"/>
                </a:cxn>
                <a:cxn ang="0">
                  <a:pos x="293" y="102"/>
                </a:cxn>
                <a:cxn ang="0">
                  <a:pos x="389" y="108"/>
                </a:cxn>
                <a:cxn ang="0">
                  <a:pos x="503" y="120"/>
                </a:cxn>
                <a:cxn ang="0">
                  <a:pos x="622" y="120"/>
                </a:cxn>
                <a:cxn ang="0">
                  <a:pos x="754" y="126"/>
                </a:cxn>
                <a:cxn ang="0">
                  <a:pos x="873" y="126"/>
                </a:cxn>
                <a:cxn ang="0">
                  <a:pos x="993" y="126"/>
                </a:cxn>
                <a:cxn ang="0">
                  <a:pos x="993" y="12"/>
                </a:cxn>
                <a:cxn ang="0">
                  <a:pos x="879" y="12"/>
                </a:cxn>
                <a:cxn ang="0">
                  <a:pos x="754" y="6"/>
                </a:cxn>
                <a:cxn ang="0">
                  <a:pos x="754" y="6"/>
                </a:cxn>
              </a:cxnLst>
              <a:rect l="0" t="0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8C0F9FDA-937A-4D1A-AF4A-B51E7D203D3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786" y="3645"/>
              <a:ext cx="972" cy="2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54"/>
                </a:cxn>
                <a:cxn ang="0">
                  <a:pos x="66" y="96"/>
                </a:cxn>
                <a:cxn ang="0">
                  <a:pos x="120" y="137"/>
                </a:cxn>
                <a:cxn ang="0">
                  <a:pos x="198" y="173"/>
                </a:cxn>
                <a:cxn ang="0">
                  <a:pos x="293" y="203"/>
                </a:cxn>
                <a:cxn ang="0">
                  <a:pos x="353" y="215"/>
                </a:cxn>
                <a:cxn ang="0">
                  <a:pos x="413" y="227"/>
                </a:cxn>
                <a:cxn ang="0">
                  <a:pos x="479" y="233"/>
                </a:cxn>
                <a:cxn ang="0">
                  <a:pos x="556" y="239"/>
                </a:cxn>
                <a:cxn ang="0">
                  <a:pos x="634" y="245"/>
                </a:cxn>
                <a:cxn ang="0">
                  <a:pos x="724" y="245"/>
                </a:cxn>
                <a:cxn ang="0">
                  <a:pos x="855" y="245"/>
                </a:cxn>
                <a:cxn ang="0">
                  <a:pos x="969" y="239"/>
                </a:cxn>
                <a:cxn ang="0">
                  <a:pos x="969" y="60"/>
                </a:cxn>
                <a:cxn ang="0">
                  <a:pos x="700" y="60"/>
                </a:cxn>
                <a:cxn ang="0">
                  <a:pos x="503" y="54"/>
                </a:cxn>
                <a:cxn ang="0">
                  <a:pos x="317" y="42"/>
                </a:cxn>
                <a:cxn ang="0">
                  <a:pos x="150" y="24"/>
                </a:cxn>
                <a:cxn ang="0">
                  <a:pos x="72" y="1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F92EC20B-F5F2-41B8-BD6E-6FEC11A015E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804" y="3591"/>
              <a:ext cx="954" cy="90"/>
            </a:xfrm>
            <a:custGeom>
              <a:avLst/>
              <a:gdLst/>
              <a:ahLst/>
              <a:cxnLst>
                <a:cxn ang="0">
                  <a:pos x="700" y="0"/>
                </a:cxn>
                <a:cxn ang="0">
                  <a:pos x="598" y="0"/>
                </a:cxn>
                <a:cxn ang="0">
                  <a:pos x="515" y="0"/>
                </a:cxn>
                <a:cxn ang="0">
                  <a:pos x="431" y="0"/>
                </a:cxn>
                <a:cxn ang="0">
                  <a:pos x="365" y="0"/>
                </a:cxn>
                <a:cxn ang="0">
                  <a:pos x="299" y="0"/>
                </a:cxn>
                <a:cxn ang="0">
                  <a:pos x="245" y="0"/>
                </a:cxn>
                <a:cxn ang="0">
                  <a:pos x="198" y="0"/>
                </a:cxn>
                <a:cxn ang="0">
                  <a:pos x="162" y="0"/>
                </a:cxn>
                <a:cxn ang="0">
                  <a:pos x="126" y="6"/>
                </a:cxn>
                <a:cxn ang="0">
                  <a:pos x="96" y="6"/>
                </a:cxn>
                <a:cxn ang="0">
                  <a:pos x="54" y="12"/>
                </a:cxn>
                <a:cxn ang="0">
                  <a:pos x="30" y="12"/>
                </a:cxn>
                <a:cxn ang="0">
                  <a:pos x="12" y="18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6" y="30"/>
                </a:cxn>
                <a:cxn ang="0">
                  <a:pos x="24" y="36"/>
                </a:cxn>
                <a:cxn ang="0">
                  <a:pos x="54" y="42"/>
                </a:cxn>
                <a:cxn ang="0">
                  <a:pos x="102" y="54"/>
                </a:cxn>
                <a:cxn ang="0">
                  <a:pos x="168" y="60"/>
                </a:cxn>
                <a:cxn ang="0">
                  <a:pos x="251" y="66"/>
                </a:cxn>
                <a:cxn ang="0">
                  <a:pos x="341" y="78"/>
                </a:cxn>
                <a:cxn ang="0">
                  <a:pos x="449" y="84"/>
                </a:cxn>
                <a:cxn ang="0">
                  <a:pos x="568" y="84"/>
                </a:cxn>
                <a:cxn ang="0">
                  <a:pos x="694" y="90"/>
                </a:cxn>
                <a:cxn ang="0">
                  <a:pos x="825" y="90"/>
                </a:cxn>
                <a:cxn ang="0">
                  <a:pos x="951" y="90"/>
                </a:cxn>
                <a:cxn ang="0">
                  <a:pos x="951" y="6"/>
                </a:cxn>
                <a:cxn ang="0">
                  <a:pos x="831" y="6"/>
                </a:cxn>
                <a:cxn ang="0">
                  <a:pos x="772" y="6"/>
                </a:cxn>
                <a:cxn ang="0">
                  <a:pos x="700" y="0"/>
                </a:cxn>
                <a:cxn ang="0">
                  <a:pos x="700" y="0"/>
                </a:cxn>
              </a:cxnLst>
              <a:rect l="0" t="0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0FAC3940-E1A0-4BF0-B3C6-38C010C651B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59" y="1541"/>
              <a:ext cx="102" cy="155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12"/>
                </a:cxn>
                <a:cxn ang="0">
                  <a:pos x="30" y="72"/>
                </a:cxn>
                <a:cxn ang="0">
                  <a:pos x="30" y="155"/>
                </a:cxn>
                <a:cxn ang="0">
                  <a:pos x="72" y="155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FC14B68C-8F5B-45C1-A025-FD4304FF4D82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059" y="1690"/>
              <a:ext cx="90" cy="96"/>
            </a:xfrm>
            <a:custGeom>
              <a:avLst/>
              <a:gdLst/>
              <a:ahLst/>
              <a:cxnLst>
                <a:cxn ang="0">
                  <a:pos x="48" y="96"/>
                </a:cxn>
                <a:cxn ang="0">
                  <a:pos x="72" y="72"/>
                </a:cxn>
                <a:cxn ang="0">
                  <a:pos x="84" y="48"/>
                </a:cxn>
                <a:cxn ang="0">
                  <a:pos x="90" y="36"/>
                </a:cxn>
                <a:cxn ang="0">
                  <a:pos x="84" y="24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0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0" y="36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8" y="96"/>
                </a:cxn>
                <a:cxn ang="0">
                  <a:pos x="48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54" y="66"/>
                </a:cxn>
                <a:cxn ang="0">
                  <a:pos x="48" y="78"/>
                </a:cxn>
                <a:cxn ang="0">
                  <a:pos x="30" y="66"/>
                </a:cxn>
                <a:cxn ang="0">
                  <a:pos x="24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50B12507-4F67-4D69-839B-D77E9D21D1AB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059" y="1768"/>
              <a:ext cx="90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54" y="108"/>
                </a:cxn>
                <a:cxn ang="0">
                  <a:pos x="78" y="96"/>
                </a:cxn>
                <a:cxn ang="0">
                  <a:pos x="90" y="72"/>
                </a:cxn>
                <a:cxn ang="0">
                  <a:pos x="84" y="42"/>
                </a:cxn>
                <a:cxn ang="0">
                  <a:pos x="66" y="24"/>
                </a:cxn>
                <a:cxn ang="0">
                  <a:pos x="54" y="12"/>
                </a:cxn>
                <a:cxn ang="0">
                  <a:pos x="48" y="6"/>
                </a:cxn>
                <a:cxn ang="0">
                  <a:pos x="48" y="6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30" y="36"/>
                </a:cxn>
                <a:cxn ang="0">
                  <a:pos x="42" y="24"/>
                </a:cxn>
                <a:cxn ang="0">
                  <a:pos x="48" y="18"/>
                </a:cxn>
                <a:cxn ang="0">
                  <a:pos x="66" y="30"/>
                </a:cxn>
                <a:cxn ang="0">
                  <a:pos x="72" y="48"/>
                </a:cxn>
                <a:cxn ang="0">
                  <a:pos x="78" y="72"/>
                </a:cxn>
                <a:cxn ang="0">
                  <a:pos x="78" y="84"/>
                </a:cxn>
                <a:cxn ang="0">
                  <a:pos x="66" y="96"/>
                </a:cxn>
                <a:cxn ang="0">
                  <a:pos x="42" y="102"/>
                </a:cxn>
                <a:cxn ang="0">
                  <a:pos x="30" y="96"/>
                </a:cxn>
                <a:cxn ang="0">
                  <a:pos x="18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3A1DEE6C-64C5-44A9-B26C-E38A2AB5C3C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470" y="1205"/>
              <a:ext cx="102" cy="156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6"/>
                </a:cxn>
                <a:cxn ang="0">
                  <a:pos x="30" y="72"/>
                </a:cxn>
                <a:cxn ang="0">
                  <a:pos x="30" y="156"/>
                </a:cxn>
                <a:cxn ang="0">
                  <a:pos x="72" y="156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9B639E92-9128-49AF-B3F6-C5FBE703697C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76" y="1349"/>
              <a:ext cx="84" cy="96"/>
            </a:xfrm>
            <a:custGeom>
              <a:avLst/>
              <a:gdLst/>
              <a:ahLst/>
              <a:cxnLst>
                <a:cxn ang="0">
                  <a:pos x="42" y="96"/>
                </a:cxn>
                <a:cxn ang="0">
                  <a:pos x="66" y="78"/>
                </a:cxn>
                <a:cxn ang="0">
                  <a:pos x="84" y="54"/>
                </a:cxn>
                <a:cxn ang="0">
                  <a:pos x="84" y="30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6"/>
                </a:cxn>
                <a:cxn ang="0">
                  <a:pos x="12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2" y="96"/>
                </a:cxn>
                <a:cxn ang="0">
                  <a:pos x="42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4"/>
                </a:cxn>
                <a:cxn ang="0">
                  <a:pos x="54" y="72"/>
                </a:cxn>
                <a:cxn ang="0">
                  <a:pos x="42" y="84"/>
                </a:cxn>
                <a:cxn ang="0">
                  <a:pos x="42" y="84"/>
                </a:cxn>
                <a:cxn ang="0">
                  <a:pos x="30" y="72"/>
                </a:cxn>
                <a:cxn ang="0">
                  <a:pos x="18" y="54"/>
                </a:cxn>
                <a:cxn ang="0">
                  <a:pos x="18" y="30"/>
                </a:cxn>
                <a:cxn ang="0">
                  <a:pos x="30" y="18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65DA289F-8F93-49AE-BCCF-02DF1DE0D45C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70" y="1433"/>
              <a:ext cx="90" cy="108"/>
            </a:xfrm>
            <a:custGeom>
              <a:avLst/>
              <a:gdLst/>
              <a:ahLst/>
              <a:cxnLst>
                <a:cxn ang="0">
                  <a:pos x="6" y="90"/>
                </a:cxn>
                <a:cxn ang="0">
                  <a:pos x="18" y="102"/>
                </a:cxn>
                <a:cxn ang="0">
                  <a:pos x="30" y="108"/>
                </a:cxn>
                <a:cxn ang="0">
                  <a:pos x="60" y="108"/>
                </a:cxn>
                <a:cxn ang="0">
                  <a:pos x="84" y="96"/>
                </a:cxn>
                <a:cxn ang="0">
                  <a:pos x="90" y="84"/>
                </a:cxn>
                <a:cxn ang="0">
                  <a:pos x="90" y="66"/>
                </a:cxn>
                <a:cxn ang="0">
                  <a:pos x="84" y="36"/>
                </a:cxn>
                <a:cxn ang="0">
                  <a:pos x="72" y="18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12" y="48"/>
                </a:cxn>
                <a:cxn ang="0">
                  <a:pos x="0" y="66"/>
                </a:cxn>
                <a:cxn ang="0">
                  <a:pos x="6" y="90"/>
                </a:cxn>
                <a:cxn ang="0">
                  <a:pos x="6" y="90"/>
                </a:cxn>
                <a:cxn ang="0">
                  <a:pos x="18" y="66"/>
                </a:cxn>
                <a:cxn ang="0">
                  <a:pos x="24" y="48"/>
                </a:cxn>
                <a:cxn ang="0">
                  <a:pos x="36" y="30"/>
                </a:cxn>
                <a:cxn ang="0">
                  <a:pos x="42" y="18"/>
                </a:cxn>
                <a:cxn ang="0">
                  <a:pos x="48" y="12"/>
                </a:cxn>
                <a:cxn ang="0">
                  <a:pos x="78" y="42"/>
                </a:cxn>
                <a:cxn ang="0">
                  <a:pos x="84" y="66"/>
                </a:cxn>
                <a:cxn ang="0">
                  <a:pos x="66" y="90"/>
                </a:cxn>
                <a:cxn ang="0">
                  <a:pos x="54" y="96"/>
                </a:cxn>
                <a:cxn ang="0">
                  <a:pos x="42" y="96"/>
                </a:cxn>
                <a:cxn ang="0">
                  <a:pos x="30" y="96"/>
                </a:cxn>
                <a:cxn ang="0">
                  <a:pos x="24" y="84"/>
                </a:cxn>
                <a:cxn ang="0">
                  <a:pos x="18" y="78"/>
                </a:cxn>
                <a:cxn ang="0">
                  <a:pos x="18" y="66"/>
                </a:cxn>
                <a:cxn ang="0">
                  <a:pos x="18" y="66"/>
                </a:cxn>
              </a:cxnLst>
              <a:rect l="0" t="0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B727B60E-9454-4A40-8765-7D47513D8B8F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28" y="3525"/>
              <a:ext cx="66" cy="96"/>
            </a:xfrm>
            <a:custGeom>
              <a:avLst/>
              <a:gdLst/>
              <a:ahLst/>
              <a:cxnLst>
                <a:cxn ang="0">
                  <a:pos x="30" y="96"/>
                </a:cxn>
                <a:cxn ang="0">
                  <a:pos x="54" y="72"/>
                </a:cxn>
                <a:cxn ang="0">
                  <a:pos x="66" y="48"/>
                </a:cxn>
                <a:cxn ang="0">
                  <a:pos x="66" y="24"/>
                </a:cxn>
                <a:cxn ang="0">
                  <a:pos x="54" y="6"/>
                </a:cxn>
                <a:cxn ang="0">
                  <a:pos x="30" y="0"/>
                </a:cxn>
                <a:cxn ang="0">
                  <a:pos x="18" y="0"/>
                </a:cxn>
                <a:cxn ang="0">
                  <a:pos x="6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18" y="84"/>
                </a:cxn>
                <a:cxn ang="0">
                  <a:pos x="30" y="96"/>
                </a:cxn>
                <a:cxn ang="0">
                  <a:pos x="30" y="96"/>
                </a:cxn>
                <a:cxn ang="0">
                  <a:pos x="30" y="12"/>
                </a:cxn>
                <a:cxn ang="0">
                  <a:pos x="48" y="18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48" y="48"/>
                </a:cxn>
                <a:cxn ang="0">
                  <a:pos x="36" y="66"/>
                </a:cxn>
                <a:cxn ang="0">
                  <a:pos x="30" y="78"/>
                </a:cxn>
                <a:cxn ang="0">
                  <a:pos x="18" y="66"/>
                </a:cxn>
                <a:cxn ang="0">
                  <a:pos x="12" y="48"/>
                </a:cxn>
                <a:cxn ang="0">
                  <a:pos x="6" y="30"/>
                </a:cxn>
                <a:cxn ang="0">
                  <a:pos x="18" y="12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F4FB8709-882A-467B-8D4C-FDC899DFCBA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017" y="1127"/>
              <a:ext cx="2603" cy="444"/>
            </a:xfrm>
            <a:custGeom>
              <a:avLst/>
              <a:gdLst/>
              <a:ahLst/>
              <a:cxnLst>
                <a:cxn ang="0">
                  <a:pos x="2577" y="0"/>
                </a:cxn>
                <a:cxn ang="0">
                  <a:pos x="2594" y="72"/>
                </a:cxn>
                <a:cxn ang="0">
                  <a:pos x="6" y="444"/>
                </a:cxn>
                <a:cxn ang="0">
                  <a:pos x="0" y="396"/>
                </a:cxn>
                <a:cxn ang="0">
                  <a:pos x="1225" y="96"/>
                </a:cxn>
                <a:cxn ang="0">
                  <a:pos x="1351" y="78"/>
                </a:cxn>
                <a:cxn ang="0">
                  <a:pos x="2577" y="0"/>
                </a:cxn>
                <a:cxn ang="0">
                  <a:pos x="2577" y="0"/>
                </a:cxn>
              </a:cxnLst>
              <a:rect l="0" t="0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C4DF6752-53E5-4C84-AFB4-4E1138E5D12B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2934" y="3773"/>
              <a:ext cx="84" cy="95"/>
            </a:xfrm>
            <a:custGeom>
              <a:avLst/>
              <a:gdLst/>
              <a:ahLst/>
              <a:cxnLst>
                <a:cxn ang="0">
                  <a:pos x="36" y="95"/>
                </a:cxn>
                <a:cxn ang="0">
                  <a:pos x="60" y="77"/>
                </a:cxn>
                <a:cxn ang="0">
                  <a:pos x="78" y="53"/>
                </a:cxn>
                <a:cxn ang="0">
                  <a:pos x="84" y="42"/>
                </a:cxn>
                <a:cxn ang="0">
                  <a:pos x="84" y="30"/>
                </a:cxn>
                <a:cxn ang="0">
                  <a:pos x="72" y="6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12" y="12"/>
                </a:cxn>
                <a:cxn ang="0">
                  <a:pos x="0" y="24"/>
                </a:cxn>
                <a:cxn ang="0">
                  <a:pos x="0" y="36"/>
                </a:cxn>
                <a:cxn ang="0">
                  <a:pos x="6" y="59"/>
                </a:cxn>
                <a:cxn ang="0">
                  <a:pos x="24" y="83"/>
                </a:cxn>
                <a:cxn ang="0">
                  <a:pos x="36" y="95"/>
                </a:cxn>
                <a:cxn ang="0">
                  <a:pos x="36" y="95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3"/>
                </a:cxn>
                <a:cxn ang="0">
                  <a:pos x="48" y="71"/>
                </a:cxn>
                <a:cxn ang="0">
                  <a:pos x="42" y="77"/>
                </a:cxn>
                <a:cxn ang="0">
                  <a:pos x="36" y="77"/>
                </a:cxn>
                <a:cxn ang="0">
                  <a:pos x="24" y="65"/>
                </a:cxn>
                <a:cxn ang="0">
                  <a:pos x="18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34C02A45-6316-46DA-B7C8-21592A885BF9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779" y="3872"/>
              <a:ext cx="90" cy="108"/>
            </a:xfrm>
            <a:custGeom>
              <a:avLst/>
              <a:gdLst/>
              <a:ahLst/>
              <a:cxnLst>
                <a:cxn ang="0">
                  <a:pos x="12" y="96"/>
                </a:cxn>
                <a:cxn ang="0">
                  <a:pos x="24" y="108"/>
                </a:cxn>
                <a:cxn ang="0">
                  <a:pos x="42" y="108"/>
                </a:cxn>
                <a:cxn ang="0">
                  <a:pos x="66" y="102"/>
                </a:cxn>
                <a:cxn ang="0">
                  <a:pos x="84" y="78"/>
                </a:cxn>
                <a:cxn ang="0">
                  <a:pos x="90" y="66"/>
                </a:cxn>
                <a:cxn ang="0">
                  <a:pos x="84" y="48"/>
                </a:cxn>
                <a:cxn ang="0">
                  <a:pos x="66" y="24"/>
                </a:cxn>
                <a:cxn ang="0">
                  <a:pos x="48" y="12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4" y="0"/>
                </a:cxn>
                <a:cxn ang="0">
                  <a:pos x="12" y="30"/>
                </a:cxn>
                <a:cxn ang="0">
                  <a:pos x="0" y="54"/>
                </a:cxn>
                <a:cxn ang="0">
                  <a:pos x="0" y="78"/>
                </a:cxn>
                <a:cxn ang="0">
                  <a:pos x="12" y="96"/>
                </a:cxn>
                <a:cxn ang="0">
                  <a:pos x="12" y="96"/>
                </a:cxn>
                <a:cxn ang="0">
                  <a:pos x="12" y="72"/>
                </a:cxn>
                <a:cxn ang="0">
                  <a:pos x="18" y="54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30" y="12"/>
                </a:cxn>
                <a:cxn ang="0">
                  <a:pos x="48" y="24"/>
                </a:cxn>
                <a:cxn ang="0">
                  <a:pos x="66" y="36"/>
                </a:cxn>
                <a:cxn ang="0">
                  <a:pos x="78" y="54"/>
                </a:cxn>
                <a:cxn ang="0">
                  <a:pos x="78" y="72"/>
                </a:cxn>
                <a:cxn ang="0">
                  <a:pos x="72" y="84"/>
                </a:cxn>
                <a:cxn ang="0">
                  <a:pos x="48" y="96"/>
                </a:cxn>
                <a:cxn ang="0">
                  <a:pos x="36" y="96"/>
                </a:cxn>
                <a:cxn ang="0">
                  <a:pos x="24" y="90"/>
                </a:cxn>
                <a:cxn ang="0">
                  <a:pos x="18" y="84"/>
                </a:cxn>
                <a:cxn ang="0">
                  <a:pos x="12" y="72"/>
                </a:cxn>
                <a:cxn ang="0">
                  <a:pos x="12" y="72"/>
                </a:cxn>
              </a:cxnLst>
              <a:rect l="0" t="0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D10708E8-EA43-4146-A79A-B5201D403852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2400" y="3872"/>
              <a:ext cx="72" cy="90"/>
            </a:xfrm>
            <a:custGeom>
              <a:avLst/>
              <a:gdLst/>
              <a:ahLst/>
              <a:cxnLst>
                <a:cxn ang="0">
                  <a:pos x="71" y="90"/>
                </a:cxn>
                <a:cxn ang="0">
                  <a:pos x="71" y="60"/>
                </a:cxn>
                <a:cxn ang="0">
                  <a:pos x="71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30" y="78"/>
                </a:cxn>
                <a:cxn ang="0">
                  <a:pos x="54" y="90"/>
                </a:cxn>
                <a:cxn ang="0">
                  <a:pos x="71" y="90"/>
                </a:cxn>
                <a:cxn ang="0">
                  <a:pos x="71" y="90"/>
                </a:cxn>
                <a:cxn ang="0">
                  <a:pos x="24" y="18"/>
                </a:cxn>
                <a:cxn ang="0">
                  <a:pos x="42" y="18"/>
                </a:cxn>
                <a:cxn ang="0">
                  <a:pos x="54" y="18"/>
                </a:cxn>
                <a:cxn ang="0">
                  <a:pos x="60" y="42"/>
                </a:cxn>
                <a:cxn ang="0">
                  <a:pos x="60" y="66"/>
                </a:cxn>
                <a:cxn ang="0">
                  <a:pos x="60" y="72"/>
                </a:cxn>
                <a:cxn ang="0">
                  <a:pos x="60" y="78"/>
                </a:cxn>
                <a:cxn ang="0">
                  <a:pos x="42" y="72"/>
                </a:cxn>
                <a:cxn ang="0">
                  <a:pos x="24" y="66"/>
                </a:cxn>
                <a:cxn ang="0">
                  <a:pos x="12" y="48"/>
                </a:cxn>
                <a:cxn ang="0">
                  <a:pos x="12" y="30"/>
                </a:cxn>
                <a:cxn ang="0">
                  <a:pos x="24" y="18"/>
                </a:cxn>
                <a:cxn ang="0">
                  <a:pos x="24" y="18"/>
                </a:cxn>
              </a:cxnLst>
              <a:rect l="0" t="0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29" name="Oval 27">
              <a:extLst>
                <a:ext uri="{FF2B5EF4-FFF2-40B4-BE49-F238E27FC236}">
                  <a16:creationId xmlns:a16="http://schemas.microsoft.com/office/drawing/2014/main" id="{66ADE8FF-EC2F-4B17-AF3B-15B2732DA845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444" y="3838"/>
              <a:ext cx="1380" cy="389"/>
            </a:xfrm>
            <a:prstGeom prst="ellipse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30" name="Oval 28">
              <a:extLst>
                <a:ext uri="{FF2B5EF4-FFF2-40B4-BE49-F238E27FC236}">
                  <a16:creationId xmlns:a16="http://schemas.microsoft.com/office/drawing/2014/main" id="{1A6D0569-2962-400D-957C-09FC6CAC2A90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394" y="3834"/>
              <a:ext cx="1502" cy="288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31" name="Oval 29">
              <a:extLst>
                <a:ext uri="{FF2B5EF4-FFF2-40B4-BE49-F238E27FC236}">
                  <a16:creationId xmlns:a16="http://schemas.microsoft.com/office/drawing/2014/main" id="{F9823E23-AFE5-46A9-AE3B-0E59F6BBD768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441" y="3860"/>
              <a:ext cx="1425" cy="22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B7456779-2101-48AE-83A9-F2E5D4EFD7A1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3743" y="3788"/>
              <a:ext cx="90" cy="96"/>
            </a:xfrm>
            <a:custGeom>
              <a:avLst/>
              <a:gdLst/>
              <a:ahLst/>
              <a:cxnLst>
                <a:cxn ang="0">
                  <a:pos x="66" y="96"/>
                </a:cxn>
                <a:cxn ang="0">
                  <a:pos x="78" y="66"/>
                </a:cxn>
                <a:cxn ang="0">
                  <a:pos x="90" y="42"/>
                </a:cxn>
                <a:cxn ang="0">
                  <a:pos x="78" y="18"/>
                </a:cxn>
                <a:cxn ang="0">
                  <a:pos x="60" y="0"/>
                </a:cxn>
                <a:cxn ang="0">
                  <a:pos x="30" y="6"/>
                </a:cxn>
                <a:cxn ang="0">
                  <a:pos x="18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24" y="78"/>
                </a:cxn>
                <a:cxn ang="0">
                  <a:pos x="48" y="90"/>
                </a:cxn>
                <a:cxn ang="0">
                  <a:pos x="66" y="96"/>
                </a:cxn>
                <a:cxn ang="0">
                  <a:pos x="66" y="96"/>
                </a:cxn>
                <a:cxn ang="0">
                  <a:pos x="42" y="18"/>
                </a:cxn>
                <a:cxn ang="0">
                  <a:pos x="60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66" y="72"/>
                </a:cxn>
                <a:cxn ang="0">
                  <a:pos x="60" y="78"/>
                </a:cxn>
                <a:cxn ang="0">
                  <a:pos x="60" y="84"/>
                </a:cxn>
                <a:cxn ang="0">
                  <a:pos x="42" y="72"/>
                </a:cxn>
                <a:cxn ang="0">
                  <a:pos x="30" y="66"/>
                </a:cxn>
                <a:cxn ang="0">
                  <a:pos x="18" y="42"/>
                </a:cxn>
                <a:cxn ang="0">
                  <a:pos x="24" y="30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3503B210-001A-49E5-BE99-86953C262459}"/>
                </a:ext>
              </a:extLst>
            </p:cNvPr>
            <p:cNvSpPr>
              <a:spLocks noEditPoints="1"/>
            </p:cNvSpPr>
            <p:nvPr/>
          </p:nvSpPr>
          <p:spPr bwMode="ltGray">
            <a:xfrm>
              <a:off x="5422" y="3603"/>
              <a:ext cx="72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48" y="108"/>
                </a:cxn>
                <a:cxn ang="0">
                  <a:pos x="66" y="96"/>
                </a:cxn>
                <a:cxn ang="0">
                  <a:pos x="72" y="66"/>
                </a:cxn>
                <a:cxn ang="0">
                  <a:pos x="66" y="42"/>
                </a:cxn>
                <a:cxn ang="0">
                  <a:pos x="60" y="18"/>
                </a:cxn>
                <a:cxn ang="0">
                  <a:pos x="48" y="6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18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24" y="36"/>
                </a:cxn>
                <a:cxn ang="0">
                  <a:pos x="30" y="24"/>
                </a:cxn>
                <a:cxn ang="0">
                  <a:pos x="36" y="18"/>
                </a:cxn>
                <a:cxn ang="0">
                  <a:pos x="54" y="30"/>
                </a:cxn>
                <a:cxn ang="0">
                  <a:pos x="60" y="48"/>
                </a:cxn>
                <a:cxn ang="0">
                  <a:pos x="66" y="72"/>
                </a:cxn>
                <a:cxn ang="0">
                  <a:pos x="66" y="84"/>
                </a:cxn>
                <a:cxn ang="0">
                  <a:pos x="54" y="96"/>
                </a:cxn>
                <a:cxn ang="0">
                  <a:pos x="30" y="102"/>
                </a:cxn>
                <a:cxn ang="0">
                  <a:pos x="24" y="96"/>
                </a:cxn>
                <a:cxn ang="0">
                  <a:pos x="12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89808CC6-3F9C-4C69-8828-4203F34DECC9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38" y="1773"/>
              <a:ext cx="173" cy="2539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35" name="Rectangle 33">
              <a:extLst>
                <a:ext uri="{FF2B5EF4-FFF2-40B4-BE49-F238E27FC236}">
                  <a16:creationId xmlns:a16="http://schemas.microsoft.com/office/drawing/2014/main" id="{0E4BB817-506F-4FA9-9CC1-9BEDD3008D5F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88" y="1545"/>
              <a:ext cx="76" cy="24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36" name="AutoShape 34">
              <a:extLst>
                <a:ext uri="{FF2B5EF4-FFF2-40B4-BE49-F238E27FC236}">
                  <a16:creationId xmlns:a16="http://schemas.microsoft.com/office/drawing/2014/main" id="{A5F48DBE-563A-4401-B63E-6063DDCA423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4220" y="1743"/>
              <a:ext cx="205" cy="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58D2AD66-F644-4551-BA38-CB51863B5FB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306" y="1529"/>
              <a:ext cx="252" cy="1576"/>
            </a:xfrm>
            <a:custGeom>
              <a:avLst/>
              <a:gdLst/>
              <a:ahLst/>
              <a:cxnLst>
                <a:cxn ang="0">
                  <a:pos x="252" y="1576"/>
                </a:cxn>
                <a:cxn ang="0">
                  <a:pos x="12" y="84"/>
                </a:cxn>
                <a:cxn ang="0">
                  <a:pos x="12" y="60"/>
                </a:cxn>
                <a:cxn ang="0">
                  <a:pos x="0" y="12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8" y="48"/>
                </a:cxn>
                <a:cxn ang="0">
                  <a:pos x="88" y="66"/>
                </a:cxn>
              </a:cxnLst>
              <a:rect l="0" t="0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34CDE84E-E7F6-4959-BD3B-3ACB20F1D4E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169" y="1421"/>
              <a:ext cx="317" cy="138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227" y="6"/>
                </a:cxn>
                <a:cxn ang="0">
                  <a:pos x="275" y="36"/>
                </a:cxn>
                <a:cxn ang="0">
                  <a:pos x="304" y="78"/>
                </a:cxn>
                <a:cxn ang="0">
                  <a:pos x="316" y="138"/>
                </a:cxn>
                <a:cxn ang="0">
                  <a:pos x="0" y="138"/>
                </a:cxn>
                <a:cxn ang="0">
                  <a:pos x="11" y="78"/>
                </a:cxn>
                <a:cxn ang="0">
                  <a:pos x="47" y="36"/>
                </a:cxn>
                <a:cxn ang="0">
                  <a:pos x="95" y="6"/>
                </a:cxn>
                <a:cxn ang="0">
                  <a:pos x="161" y="0"/>
                </a:cxn>
                <a:cxn ang="0">
                  <a:pos x="161" y="0"/>
                </a:cxn>
              </a:cxnLst>
              <a:rect l="0" t="0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</p:grpSp>
      <p:sp>
        <p:nvSpPr>
          <p:cNvPr id="139303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39304" name="Rectangle 40"/>
          <p:cNvSpPr>
            <a:spLocks noGrp="1" noChangeArrowheads="1"/>
          </p:cNvSpPr>
          <p:nvPr>
            <p:ph type="ctrTitle"/>
          </p:nvPr>
        </p:nvSpPr>
        <p:spPr>
          <a:xfrm>
            <a:off x="914400" y="1768476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4CC57050-E78C-4B28-A16C-88A5241C01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77226558-789A-494D-BB67-4C274746D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" name="Rectangle 41">
            <a:extLst>
              <a:ext uri="{FF2B5EF4-FFF2-40B4-BE49-F238E27FC236}">
                <a16:creationId xmlns:a16="http://schemas.microsoft.com/office/drawing/2014/main" id="{C38D5103-671E-4EEC-848D-B249A50807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963D3E-85DA-4F98-909C-412D6112FF8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10265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Rectangle 39">
            <a:extLst>
              <a:ext uri="{FF2B5EF4-FFF2-40B4-BE49-F238E27FC236}">
                <a16:creationId xmlns:a16="http://schemas.microsoft.com/office/drawing/2014/main" id="{EDDFF02F-2DA3-43C4-B01B-970E50CD63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93A40A5D-70E7-4B64-9A64-FAD2C10262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61404116-381C-421F-AFDF-476A4D05A6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551467-830A-4E77-BEDB-B4B707EDA03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17652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9">
            <a:extLst>
              <a:ext uri="{FF2B5EF4-FFF2-40B4-BE49-F238E27FC236}">
                <a16:creationId xmlns:a16="http://schemas.microsoft.com/office/drawing/2014/main" id="{F52F9006-0B62-4FB9-A142-43DBE82EC4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E7925C09-7816-4DCA-A0D6-D6C46FB3BB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849C1F53-0A4A-4870-9644-F7A36A5D67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4A319C-7D44-4278-970A-66ADDE8CD7B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54836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Rectangle 39">
            <a:extLst>
              <a:ext uri="{FF2B5EF4-FFF2-40B4-BE49-F238E27FC236}">
                <a16:creationId xmlns:a16="http://schemas.microsoft.com/office/drawing/2014/main" id="{92578D91-B3E5-42BF-B900-286A3B734B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89477CBA-63EE-410C-AE01-2E8E4FDBD8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397EE89F-197A-4E1F-B406-EE05BDD64D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9057A5-2512-4420-99E9-246A9DDC21D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87077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Rectangle 39">
            <a:extLst>
              <a:ext uri="{FF2B5EF4-FFF2-40B4-BE49-F238E27FC236}">
                <a16:creationId xmlns:a16="http://schemas.microsoft.com/office/drawing/2014/main" id="{FF1D0746-4814-4365-A4F8-EB213E0420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40">
            <a:extLst>
              <a:ext uri="{FF2B5EF4-FFF2-40B4-BE49-F238E27FC236}">
                <a16:creationId xmlns:a16="http://schemas.microsoft.com/office/drawing/2014/main" id="{3EEA1ED2-B94F-4013-B3AD-C270DEA125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41">
            <a:extLst>
              <a:ext uri="{FF2B5EF4-FFF2-40B4-BE49-F238E27FC236}">
                <a16:creationId xmlns:a16="http://schemas.microsoft.com/office/drawing/2014/main" id="{D68CADC9-F8A9-4795-89DC-1AF16339CC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25B316-5444-4EE0-8C32-53E724808E4F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86907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Rectangle 39">
            <a:extLst>
              <a:ext uri="{FF2B5EF4-FFF2-40B4-BE49-F238E27FC236}">
                <a16:creationId xmlns:a16="http://schemas.microsoft.com/office/drawing/2014/main" id="{CA1ADA23-5BC7-41F4-9139-E5818D778D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E159C18A-8A58-4A05-B26C-6006C92750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88B1071C-9836-4A24-8C6A-E64F287EF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A71864-212A-4863-8163-B029C5FED63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242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9">
            <a:extLst>
              <a:ext uri="{FF2B5EF4-FFF2-40B4-BE49-F238E27FC236}">
                <a16:creationId xmlns:a16="http://schemas.microsoft.com/office/drawing/2014/main" id="{2ECBC3FD-5D6A-4959-BE9A-0079CB6758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40">
            <a:extLst>
              <a:ext uri="{FF2B5EF4-FFF2-40B4-BE49-F238E27FC236}">
                <a16:creationId xmlns:a16="http://schemas.microsoft.com/office/drawing/2014/main" id="{FBCB7381-4FD5-4E6A-9C5F-67C1EEF3F6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84B1FBEA-3606-44BA-8FA6-F3208B55A5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A25905-70B3-4C02-8EAF-41D7E0B17C9C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47689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9">
            <a:extLst>
              <a:ext uri="{FF2B5EF4-FFF2-40B4-BE49-F238E27FC236}">
                <a16:creationId xmlns:a16="http://schemas.microsoft.com/office/drawing/2014/main" id="{C6BC1142-B804-4358-A585-86D01FF2CB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85F6AFFE-7555-406D-963D-22967D330A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24399470-7B3C-4545-97CB-035CD5D8B9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B29454-EE62-4EA5-9400-7516C01F146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7458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d-ID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9">
            <a:extLst>
              <a:ext uri="{FF2B5EF4-FFF2-40B4-BE49-F238E27FC236}">
                <a16:creationId xmlns:a16="http://schemas.microsoft.com/office/drawing/2014/main" id="{5C857D9F-BE3E-451B-8EB5-A1AFBD25157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0">
            <a:extLst>
              <a:ext uri="{FF2B5EF4-FFF2-40B4-BE49-F238E27FC236}">
                <a16:creationId xmlns:a16="http://schemas.microsoft.com/office/drawing/2014/main" id="{898D1E2B-1B07-4008-9885-3678E824FA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41">
            <a:extLst>
              <a:ext uri="{FF2B5EF4-FFF2-40B4-BE49-F238E27FC236}">
                <a16:creationId xmlns:a16="http://schemas.microsoft.com/office/drawing/2014/main" id="{F907D451-2CA6-41C3-BCD4-5414499B00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0CD39B-3BCC-47D5-942F-FAEA031EBE1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053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Rectangle 39">
            <a:extLst>
              <a:ext uri="{FF2B5EF4-FFF2-40B4-BE49-F238E27FC236}">
                <a16:creationId xmlns:a16="http://schemas.microsoft.com/office/drawing/2014/main" id="{B2AA241E-AC3E-4C87-91F9-18FFA354BA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4C1CB49-C88B-4F9A-93D4-53020B7525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142508C-1F1E-4D9C-AAEB-C7B8905464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E7E6AF-4543-4406-86F8-CDB2CFAB300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7104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Rectangle 39">
            <a:extLst>
              <a:ext uri="{FF2B5EF4-FFF2-40B4-BE49-F238E27FC236}">
                <a16:creationId xmlns:a16="http://schemas.microsoft.com/office/drawing/2014/main" id="{3DF6C093-9376-44F7-9E8C-4096C87719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0DE1C42B-F8BC-4EE1-BC87-F476E5A008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7ECDA87-DC83-41A5-A000-700201F7D8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F132B0-E0B4-4A3C-8EC8-1BDC252974F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636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09600" y="274639"/>
            <a:ext cx="109728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7B53E-CD90-4F62-A932-267D5D9F8B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C311B8-2BA3-467E-8BFD-371EAA28E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89845-932C-4DCD-BE43-3E0110867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021F5238-3297-4048-87B1-DA22C80C0E0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262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>
            <a:extLst>
              <a:ext uri="{FF2B5EF4-FFF2-40B4-BE49-F238E27FC236}">
                <a16:creationId xmlns:a16="http://schemas.microsoft.com/office/drawing/2014/main" id="{20633F7F-0F70-4D1E-A3E8-D9029DD14D23}"/>
              </a:ext>
            </a:extLst>
          </p:cNvPr>
          <p:cNvGrpSpPr>
            <a:grpSpLocks/>
          </p:cNvGrpSpPr>
          <p:nvPr/>
        </p:nvGrpSpPr>
        <p:grpSpPr bwMode="auto">
          <a:xfrm>
            <a:off x="5067300" y="1789114"/>
            <a:ext cx="7120467" cy="5056187"/>
            <a:chOff x="2394" y="1127"/>
            <a:chExt cx="3364" cy="3185"/>
          </a:xfrm>
        </p:grpSpPr>
        <p:sp>
          <p:nvSpPr>
            <p:cNvPr id="138243" name="Rectangle 3">
              <a:extLst>
                <a:ext uri="{FF2B5EF4-FFF2-40B4-BE49-F238E27FC236}">
                  <a16:creationId xmlns:a16="http://schemas.microsoft.com/office/drawing/2014/main" id="{152CFF0D-08FC-43B6-BD54-6065DF4FA1C2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30" y="1365"/>
              <a:ext cx="197" cy="10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44" name="Oval 4">
              <a:extLst>
                <a:ext uri="{FF2B5EF4-FFF2-40B4-BE49-F238E27FC236}">
                  <a16:creationId xmlns:a16="http://schemas.microsoft.com/office/drawing/2014/main" id="{1C9BF94C-BB62-4F0E-AB9E-53001993C207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99" y="1185"/>
              <a:ext cx="47" cy="47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45" name="Rectangle 5">
              <a:extLst>
                <a:ext uri="{FF2B5EF4-FFF2-40B4-BE49-F238E27FC236}">
                  <a16:creationId xmlns:a16="http://schemas.microsoft.com/office/drawing/2014/main" id="{252103AB-CFA2-4585-A959-C076A9A49F9E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995337">
              <a:off x="5205" y="1495"/>
              <a:ext cx="6" cy="20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46" name="Freeform 6">
              <a:extLst>
                <a:ext uri="{FF2B5EF4-FFF2-40B4-BE49-F238E27FC236}">
                  <a16:creationId xmlns:a16="http://schemas.microsoft.com/office/drawing/2014/main" id="{E7A7A58E-06FF-4D19-BCC1-DA200170DE4D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4871" y="3508"/>
              <a:ext cx="66" cy="96"/>
            </a:xfrm>
            <a:custGeom>
              <a:avLst/>
              <a:gdLst/>
              <a:ahLst/>
              <a:cxnLst>
                <a:cxn ang="0">
                  <a:pos x="18" y="96"/>
                </a:cxn>
                <a:cxn ang="0">
                  <a:pos x="42" y="78"/>
                </a:cxn>
                <a:cxn ang="0">
                  <a:pos x="60" y="60"/>
                </a:cxn>
                <a:cxn ang="0">
                  <a:pos x="66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24" y="6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0" y="60"/>
                </a:cxn>
                <a:cxn ang="0">
                  <a:pos x="12" y="84"/>
                </a:cxn>
                <a:cxn ang="0">
                  <a:pos x="18" y="96"/>
                </a:cxn>
                <a:cxn ang="0">
                  <a:pos x="18" y="96"/>
                </a:cxn>
                <a:cxn ang="0">
                  <a:pos x="42" y="18"/>
                </a:cxn>
                <a:cxn ang="0">
                  <a:pos x="54" y="24"/>
                </a:cxn>
                <a:cxn ang="0">
                  <a:pos x="60" y="36"/>
                </a:cxn>
                <a:cxn ang="0">
                  <a:pos x="60" y="48"/>
                </a:cxn>
                <a:cxn ang="0">
                  <a:pos x="54" y="54"/>
                </a:cxn>
                <a:cxn ang="0">
                  <a:pos x="36" y="72"/>
                </a:cxn>
                <a:cxn ang="0">
                  <a:pos x="24" y="78"/>
                </a:cxn>
                <a:cxn ang="0">
                  <a:pos x="24" y="78"/>
                </a:cxn>
                <a:cxn ang="0">
                  <a:pos x="12" y="48"/>
                </a:cxn>
                <a:cxn ang="0">
                  <a:pos x="18" y="24"/>
                </a:cxn>
                <a:cxn ang="0">
                  <a:pos x="30" y="18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66" h="96">
                  <a:moveTo>
                    <a:pt x="18" y="96"/>
                  </a:moveTo>
                  <a:lnTo>
                    <a:pt x="42" y="78"/>
                  </a:lnTo>
                  <a:lnTo>
                    <a:pt x="60" y="60"/>
                  </a:lnTo>
                  <a:lnTo>
                    <a:pt x="66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24" y="6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0" y="60"/>
                  </a:lnTo>
                  <a:lnTo>
                    <a:pt x="12" y="84"/>
                  </a:lnTo>
                  <a:lnTo>
                    <a:pt x="18" y="96"/>
                  </a:lnTo>
                  <a:lnTo>
                    <a:pt x="18" y="96"/>
                  </a:lnTo>
                  <a:close/>
                  <a:moveTo>
                    <a:pt x="42" y="18"/>
                  </a:moveTo>
                  <a:lnTo>
                    <a:pt x="54" y="24"/>
                  </a:lnTo>
                  <a:lnTo>
                    <a:pt x="60" y="36"/>
                  </a:lnTo>
                  <a:lnTo>
                    <a:pt x="60" y="48"/>
                  </a:lnTo>
                  <a:lnTo>
                    <a:pt x="54" y="54"/>
                  </a:lnTo>
                  <a:lnTo>
                    <a:pt x="36" y="72"/>
                  </a:lnTo>
                  <a:lnTo>
                    <a:pt x="24" y="78"/>
                  </a:lnTo>
                  <a:lnTo>
                    <a:pt x="24" y="78"/>
                  </a:lnTo>
                  <a:lnTo>
                    <a:pt x="12" y="48"/>
                  </a:lnTo>
                  <a:lnTo>
                    <a:pt x="18" y="24"/>
                  </a:lnTo>
                  <a:lnTo>
                    <a:pt x="30" y="18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47" name="Rectangle 7">
              <a:extLst>
                <a:ext uri="{FF2B5EF4-FFF2-40B4-BE49-F238E27FC236}">
                  <a16:creationId xmlns:a16="http://schemas.microsoft.com/office/drawing/2014/main" id="{4974F650-45BF-4049-B042-BF0F5FD82591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91736">
              <a:off x="5487" y="1535"/>
              <a:ext cx="6" cy="1998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48" name="Rectangle 8">
              <a:extLst>
                <a:ext uri="{FF2B5EF4-FFF2-40B4-BE49-F238E27FC236}">
                  <a16:creationId xmlns:a16="http://schemas.microsoft.com/office/drawing/2014/main" id="{E7AFDF36-4B11-4475-A8A5-9D24A538CF9B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-926223">
              <a:off x="5640" y="1521"/>
              <a:ext cx="6" cy="881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49" name="Rectangle 9">
              <a:extLst>
                <a:ext uri="{FF2B5EF4-FFF2-40B4-BE49-F238E27FC236}">
                  <a16:creationId xmlns:a16="http://schemas.microsoft.com/office/drawing/2014/main" id="{27C72AEA-3E09-4967-A8F7-FEAACE4195D8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-1140313">
              <a:off x="3444" y="1816"/>
              <a:ext cx="6" cy="203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50" name="Rectangle 10">
              <a:extLst>
                <a:ext uri="{FF2B5EF4-FFF2-40B4-BE49-F238E27FC236}">
                  <a16:creationId xmlns:a16="http://schemas.microsoft.com/office/drawing/2014/main" id="{1D8AA177-0CFF-4676-A626-2F0DCF5F9E6F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1114412">
              <a:off x="2757" y="1821"/>
              <a:ext cx="6" cy="2119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51" name="Rectangle 11">
              <a:extLst>
                <a:ext uri="{FF2B5EF4-FFF2-40B4-BE49-F238E27FC236}">
                  <a16:creationId xmlns:a16="http://schemas.microsoft.com/office/drawing/2014/main" id="{BA89E6A8-5F79-4E86-A863-F9A15978383F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 rot="254676">
              <a:off x="3035" y="1870"/>
              <a:ext cx="6" cy="190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52" name="Freeform 12">
              <a:extLst>
                <a:ext uri="{FF2B5EF4-FFF2-40B4-BE49-F238E27FC236}">
                  <a16:creationId xmlns:a16="http://schemas.microsoft.com/office/drawing/2014/main" id="{6F6FC6F3-6D87-4554-A19C-5DB4BA27CBA2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007" y="3021"/>
              <a:ext cx="623" cy="156"/>
            </a:xfrm>
            <a:custGeom>
              <a:avLst/>
              <a:gdLst/>
              <a:ahLst/>
              <a:cxnLst>
                <a:cxn ang="0">
                  <a:pos x="6" y="18"/>
                </a:cxn>
                <a:cxn ang="0">
                  <a:pos x="162" y="36"/>
                </a:cxn>
                <a:cxn ang="0">
                  <a:pos x="251" y="36"/>
                </a:cxn>
                <a:cxn ang="0">
                  <a:pos x="354" y="30"/>
                </a:cxn>
                <a:cxn ang="0">
                  <a:pos x="473" y="18"/>
                </a:cxn>
                <a:cxn ang="0">
                  <a:pos x="611" y="0"/>
                </a:cxn>
                <a:cxn ang="0">
                  <a:pos x="623" y="114"/>
                </a:cxn>
                <a:cxn ang="0">
                  <a:pos x="497" y="138"/>
                </a:cxn>
                <a:cxn ang="0">
                  <a:pos x="414" y="150"/>
                </a:cxn>
                <a:cxn ang="0">
                  <a:pos x="318" y="156"/>
                </a:cxn>
                <a:cxn ang="0">
                  <a:pos x="215" y="156"/>
                </a:cxn>
                <a:cxn ang="0">
                  <a:pos x="108" y="150"/>
                </a:cxn>
                <a:cxn ang="0">
                  <a:pos x="0" y="132"/>
                </a:cxn>
                <a:cxn ang="0">
                  <a:pos x="6" y="18"/>
                </a:cxn>
                <a:cxn ang="0">
                  <a:pos x="6" y="18"/>
                </a:cxn>
              </a:cxnLst>
              <a:rect l="0" t="0" r="r" b="b"/>
              <a:pathLst>
                <a:path w="623" h="156">
                  <a:moveTo>
                    <a:pt x="6" y="18"/>
                  </a:moveTo>
                  <a:lnTo>
                    <a:pt x="162" y="36"/>
                  </a:lnTo>
                  <a:lnTo>
                    <a:pt x="251" y="36"/>
                  </a:lnTo>
                  <a:lnTo>
                    <a:pt x="354" y="30"/>
                  </a:lnTo>
                  <a:lnTo>
                    <a:pt x="473" y="18"/>
                  </a:lnTo>
                  <a:lnTo>
                    <a:pt x="611" y="0"/>
                  </a:lnTo>
                  <a:lnTo>
                    <a:pt x="623" y="114"/>
                  </a:lnTo>
                  <a:lnTo>
                    <a:pt x="497" y="138"/>
                  </a:lnTo>
                  <a:lnTo>
                    <a:pt x="414" y="150"/>
                  </a:lnTo>
                  <a:lnTo>
                    <a:pt x="318" y="156"/>
                  </a:lnTo>
                  <a:lnTo>
                    <a:pt x="215" y="156"/>
                  </a:lnTo>
                  <a:lnTo>
                    <a:pt x="108" y="150"/>
                  </a:lnTo>
                  <a:lnTo>
                    <a:pt x="0" y="132"/>
                  </a:lnTo>
                  <a:lnTo>
                    <a:pt x="6" y="18"/>
                  </a:lnTo>
                  <a:lnTo>
                    <a:pt x="6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53" name="Freeform 13">
              <a:extLst>
                <a:ext uri="{FF2B5EF4-FFF2-40B4-BE49-F238E27FC236}">
                  <a16:creationId xmlns:a16="http://schemas.microsoft.com/office/drawing/2014/main" id="{5BAAC4FC-5BDD-41C5-97FC-124D761E6952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762" y="3591"/>
              <a:ext cx="996" cy="126"/>
            </a:xfrm>
            <a:custGeom>
              <a:avLst/>
              <a:gdLst/>
              <a:ahLst/>
              <a:cxnLst>
                <a:cxn ang="0">
                  <a:pos x="754" y="6"/>
                </a:cxn>
                <a:cxn ang="0">
                  <a:pos x="652" y="6"/>
                </a:cxn>
                <a:cxn ang="0">
                  <a:pos x="563" y="6"/>
                </a:cxn>
                <a:cxn ang="0">
                  <a:pos x="479" y="6"/>
                </a:cxn>
                <a:cxn ang="0">
                  <a:pos x="401" y="6"/>
                </a:cxn>
                <a:cxn ang="0">
                  <a:pos x="335" y="0"/>
                </a:cxn>
                <a:cxn ang="0">
                  <a:pos x="276" y="0"/>
                </a:cxn>
                <a:cxn ang="0">
                  <a:pos x="222" y="0"/>
                </a:cxn>
                <a:cxn ang="0">
                  <a:pos x="180" y="6"/>
                </a:cxn>
                <a:cxn ang="0">
                  <a:pos x="138" y="6"/>
                </a:cxn>
                <a:cxn ang="0">
                  <a:pos x="108" y="6"/>
                </a:cxn>
                <a:cxn ang="0">
                  <a:pos x="54" y="6"/>
                </a:cxn>
                <a:cxn ang="0">
                  <a:pos x="24" y="12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12" y="42"/>
                </a:cxn>
                <a:cxn ang="0">
                  <a:pos x="18" y="48"/>
                </a:cxn>
                <a:cxn ang="0">
                  <a:pos x="30" y="54"/>
                </a:cxn>
                <a:cxn ang="0">
                  <a:pos x="60" y="60"/>
                </a:cxn>
                <a:cxn ang="0">
                  <a:pos x="90" y="72"/>
                </a:cxn>
                <a:cxn ang="0">
                  <a:pos x="144" y="84"/>
                </a:cxn>
                <a:cxn ang="0">
                  <a:pos x="210" y="90"/>
                </a:cxn>
                <a:cxn ang="0">
                  <a:pos x="293" y="102"/>
                </a:cxn>
                <a:cxn ang="0">
                  <a:pos x="389" y="108"/>
                </a:cxn>
                <a:cxn ang="0">
                  <a:pos x="503" y="120"/>
                </a:cxn>
                <a:cxn ang="0">
                  <a:pos x="622" y="120"/>
                </a:cxn>
                <a:cxn ang="0">
                  <a:pos x="754" y="126"/>
                </a:cxn>
                <a:cxn ang="0">
                  <a:pos x="873" y="126"/>
                </a:cxn>
                <a:cxn ang="0">
                  <a:pos x="993" y="126"/>
                </a:cxn>
                <a:cxn ang="0">
                  <a:pos x="993" y="12"/>
                </a:cxn>
                <a:cxn ang="0">
                  <a:pos x="879" y="12"/>
                </a:cxn>
                <a:cxn ang="0">
                  <a:pos x="754" y="6"/>
                </a:cxn>
                <a:cxn ang="0">
                  <a:pos x="754" y="6"/>
                </a:cxn>
              </a:cxnLst>
              <a:rect l="0" t="0" r="r" b="b"/>
              <a:pathLst>
                <a:path w="993" h="126">
                  <a:moveTo>
                    <a:pt x="754" y="6"/>
                  </a:moveTo>
                  <a:lnTo>
                    <a:pt x="652" y="6"/>
                  </a:lnTo>
                  <a:lnTo>
                    <a:pt x="563" y="6"/>
                  </a:lnTo>
                  <a:lnTo>
                    <a:pt x="479" y="6"/>
                  </a:lnTo>
                  <a:lnTo>
                    <a:pt x="401" y="6"/>
                  </a:lnTo>
                  <a:lnTo>
                    <a:pt x="335" y="0"/>
                  </a:lnTo>
                  <a:lnTo>
                    <a:pt x="276" y="0"/>
                  </a:lnTo>
                  <a:lnTo>
                    <a:pt x="222" y="0"/>
                  </a:lnTo>
                  <a:lnTo>
                    <a:pt x="180" y="6"/>
                  </a:lnTo>
                  <a:lnTo>
                    <a:pt x="138" y="6"/>
                  </a:lnTo>
                  <a:lnTo>
                    <a:pt x="108" y="6"/>
                  </a:lnTo>
                  <a:lnTo>
                    <a:pt x="54" y="6"/>
                  </a:lnTo>
                  <a:lnTo>
                    <a:pt x="24" y="12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12" y="42"/>
                  </a:lnTo>
                  <a:lnTo>
                    <a:pt x="18" y="48"/>
                  </a:lnTo>
                  <a:lnTo>
                    <a:pt x="30" y="54"/>
                  </a:lnTo>
                  <a:lnTo>
                    <a:pt x="60" y="60"/>
                  </a:lnTo>
                  <a:lnTo>
                    <a:pt x="90" y="72"/>
                  </a:lnTo>
                  <a:lnTo>
                    <a:pt x="144" y="84"/>
                  </a:lnTo>
                  <a:lnTo>
                    <a:pt x="210" y="90"/>
                  </a:lnTo>
                  <a:lnTo>
                    <a:pt x="293" y="102"/>
                  </a:lnTo>
                  <a:lnTo>
                    <a:pt x="389" y="108"/>
                  </a:lnTo>
                  <a:lnTo>
                    <a:pt x="503" y="120"/>
                  </a:lnTo>
                  <a:lnTo>
                    <a:pt x="622" y="120"/>
                  </a:lnTo>
                  <a:lnTo>
                    <a:pt x="754" y="126"/>
                  </a:lnTo>
                  <a:lnTo>
                    <a:pt x="873" y="126"/>
                  </a:lnTo>
                  <a:lnTo>
                    <a:pt x="993" y="126"/>
                  </a:lnTo>
                  <a:lnTo>
                    <a:pt x="993" y="12"/>
                  </a:lnTo>
                  <a:lnTo>
                    <a:pt x="879" y="12"/>
                  </a:lnTo>
                  <a:lnTo>
                    <a:pt x="754" y="6"/>
                  </a:lnTo>
                  <a:lnTo>
                    <a:pt x="754" y="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54" name="Freeform 14">
              <a:extLst>
                <a:ext uri="{FF2B5EF4-FFF2-40B4-BE49-F238E27FC236}">
                  <a16:creationId xmlns:a16="http://schemas.microsoft.com/office/drawing/2014/main" id="{131A39A4-4A85-4796-959D-6380061B11A9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786" y="3645"/>
              <a:ext cx="972" cy="24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" y="54"/>
                </a:cxn>
                <a:cxn ang="0">
                  <a:pos x="66" y="96"/>
                </a:cxn>
                <a:cxn ang="0">
                  <a:pos x="120" y="137"/>
                </a:cxn>
                <a:cxn ang="0">
                  <a:pos x="198" y="173"/>
                </a:cxn>
                <a:cxn ang="0">
                  <a:pos x="293" y="203"/>
                </a:cxn>
                <a:cxn ang="0">
                  <a:pos x="353" y="215"/>
                </a:cxn>
                <a:cxn ang="0">
                  <a:pos x="413" y="227"/>
                </a:cxn>
                <a:cxn ang="0">
                  <a:pos x="479" y="233"/>
                </a:cxn>
                <a:cxn ang="0">
                  <a:pos x="556" y="239"/>
                </a:cxn>
                <a:cxn ang="0">
                  <a:pos x="634" y="245"/>
                </a:cxn>
                <a:cxn ang="0">
                  <a:pos x="724" y="245"/>
                </a:cxn>
                <a:cxn ang="0">
                  <a:pos x="855" y="245"/>
                </a:cxn>
                <a:cxn ang="0">
                  <a:pos x="969" y="239"/>
                </a:cxn>
                <a:cxn ang="0">
                  <a:pos x="969" y="60"/>
                </a:cxn>
                <a:cxn ang="0">
                  <a:pos x="700" y="60"/>
                </a:cxn>
                <a:cxn ang="0">
                  <a:pos x="503" y="54"/>
                </a:cxn>
                <a:cxn ang="0">
                  <a:pos x="317" y="42"/>
                </a:cxn>
                <a:cxn ang="0">
                  <a:pos x="150" y="24"/>
                </a:cxn>
                <a:cxn ang="0">
                  <a:pos x="72" y="1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69" h="245">
                  <a:moveTo>
                    <a:pt x="0" y="0"/>
                  </a:moveTo>
                  <a:lnTo>
                    <a:pt x="24" y="54"/>
                  </a:lnTo>
                  <a:lnTo>
                    <a:pt x="66" y="96"/>
                  </a:lnTo>
                  <a:lnTo>
                    <a:pt x="120" y="137"/>
                  </a:lnTo>
                  <a:lnTo>
                    <a:pt x="198" y="173"/>
                  </a:lnTo>
                  <a:lnTo>
                    <a:pt x="293" y="203"/>
                  </a:lnTo>
                  <a:lnTo>
                    <a:pt x="353" y="215"/>
                  </a:lnTo>
                  <a:lnTo>
                    <a:pt x="413" y="227"/>
                  </a:lnTo>
                  <a:lnTo>
                    <a:pt x="479" y="233"/>
                  </a:lnTo>
                  <a:lnTo>
                    <a:pt x="556" y="239"/>
                  </a:lnTo>
                  <a:lnTo>
                    <a:pt x="634" y="245"/>
                  </a:lnTo>
                  <a:lnTo>
                    <a:pt x="724" y="245"/>
                  </a:lnTo>
                  <a:lnTo>
                    <a:pt x="855" y="245"/>
                  </a:lnTo>
                  <a:lnTo>
                    <a:pt x="969" y="239"/>
                  </a:lnTo>
                  <a:lnTo>
                    <a:pt x="969" y="60"/>
                  </a:lnTo>
                  <a:lnTo>
                    <a:pt x="700" y="60"/>
                  </a:lnTo>
                  <a:lnTo>
                    <a:pt x="503" y="54"/>
                  </a:lnTo>
                  <a:lnTo>
                    <a:pt x="317" y="42"/>
                  </a:lnTo>
                  <a:lnTo>
                    <a:pt x="150" y="24"/>
                  </a:lnTo>
                  <a:lnTo>
                    <a:pt x="72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55" name="Freeform 15">
              <a:extLst>
                <a:ext uri="{FF2B5EF4-FFF2-40B4-BE49-F238E27FC236}">
                  <a16:creationId xmlns:a16="http://schemas.microsoft.com/office/drawing/2014/main" id="{8E35769D-10AD-4837-98F9-4170A3B9998D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804" y="3591"/>
              <a:ext cx="954" cy="90"/>
            </a:xfrm>
            <a:custGeom>
              <a:avLst/>
              <a:gdLst/>
              <a:ahLst/>
              <a:cxnLst>
                <a:cxn ang="0">
                  <a:pos x="700" y="0"/>
                </a:cxn>
                <a:cxn ang="0">
                  <a:pos x="598" y="0"/>
                </a:cxn>
                <a:cxn ang="0">
                  <a:pos x="515" y="0"/>
                </a:cxn>
                <a:cxn ang="0">
                  <a:pos x="431" y="0"/>
                </a:cxn>
                <a:cxn ang="0">
                  <a:pos x="365" y="0"/>
                </a:cxn>
                <a:cxn ang="0">
                  <a:pos x="299" y="0"/>
                </a:cxn>
                <a:cxn ang="0">
                  <a:pos x="245" y="0"/>
                </a:cxn>
                <a:cxn ang="0">
                  <a:pos x="198" y="0"/>
                </a:cxn>
                <a:cxn ang="0">
                  <a:pos x="162" y="0"/>
                </a:cxn>
                <a:cxn ang="0">
                  <a:pos x="126" y="6"/>
                </a:cxn>
                <a:cxn ang="0">
                  <a:pos x="96" y="6"/>
                </a:cxn>
                <a:cxn ang="0">
                  <a:pos x="54" y="12"/>
                </a:cxn>
                <a:cxn ang="0">
                  <a:pos x="30" y="12"/>
                </a:cxn>
                <a:cxn ang="0">
                  <a:pos x="12" y="18"/>
                </a:cxn>
                <a:cxn ang="0">
                  <a:pos x="6" y="18"/>
                </a:cxn>
                <a:cxn ang="0">
                  <a:pos x="0" y="24"/>
                </a:cxn>
                <a:cxn ang="0">
                  <a:pos x="6" y="30"/>
                </a:cxn>
                <a:cxn ang="0">
                  <a:pos x="24" y="36"/>
                </a:cxn>
                <a:cxn ang="0">
                  <a:pos x="54" y="42"/>
                </a:cxn>
                <a:cxn ang="0">
                  <a:pos x="102" y="54"/>
                </a:cxn>
                <a:cxn ang="0">
                  <a:pos x="168" y="60"/>
                </a:cxn>
                <a:cxn ang="0">
                  <a:pos x="251" y="66"/>
                </a:cxn>
                <a:cxn ang="0">
                  <a:pos x="341" y="78"/>
                </a:cxn>
                <a:cxn ang="0">
                  <a:pos x="449" y="84"/>
                </a:cxn>
                <a:cxn ang="0">
                  <a:pos x="568" y="84"/>
                </a:cxn>
                <a:cxn ang="0">
                  <a:pos x="694" y="90"/>
                </a:cxn>
                <a:cxn ang="0">
                  <a:pos x="825" y="90"/>
                </a:cxn>
                <a:cxn ang="0">
                  <a:pos x="951" y="90"/>
                </a:cxn>
                <a:cxn ang="0">
                  <a:pos x="951" y="6"/>
                </a:cxn>
                <a:cxn ang="0">
                  <a:pos x="831" y="6"/>
                </a:cxn>
                <a:cxn ang="0">
                  <a:pos x="772" y="6"/>
                </a:cxn>
                <a:cxn ang="0">
                  <a:pos x="700" y="0"/>
                </a:cxn>
                <a:cxn ang="0">
                  <a:pos x="700" y="0"/>
                </a:cxn>
              </a:cxnLst>
              <a:rect l="0" t="0" r="r" b="b"/>
              <a:pathLst>
                <a:path w="951" h="90">
                  <a:moveTo>
                    <a:pt x="700" y="0"/>
                  </a:moveTo>
                  <a:lnTo>
                    <a:pt x="598" y="0"/>
                  </a:lnTo>
                  <a:lnTo>
                    <a:pt x="515" y="0"/>
                  </a:lnTo>
                  <a:lnTo>
                    <a:pt x="431" y="0"/>
                  </a:lnTo>
                  <a:lnTo>
                    <a:pt x="365" y="0"/>
                  </a:lnTo>
                  <a:lnTo>
                    <a:pt x="299" y="0"/>
                  </a:lnTo>
                  <a:lnTo>
                    <a:pt x="245" y="0"/>
                  </a:lnTo>
                  <a:lnTo>
                    <a:pt x="198" y="0"/>
                  </a:lnTo>
                  <a:lnTo>
                    <a:pt x="162" y="0"/>
                  </a:lnTo>
                  <a:lnTo>
                    <a:pt x="126" y="6"/>
                  </a:lnTo>
                  <a:lnTo>
                    <a:pt x="96" y="6"/>
                  </a:lnTo>
                  <a:lnTo>
                    <a:pt x="54" y="12"/>
                  </a:lnTo>
                  <a:lnTo>
                    <a:pt x="30" y="12"/>
                  </a:lnTo>
                  <a:lnTo>
                    <a:pt x="12" y="18"/>
                  </a:lnTo>
                  <a:lnTo>
                    <a:pt x="6" y="18"/>
                  </a:lnTo>
                  <a:lnTo>
                    <a:pt x="0" y="24"/>
                  </a:lnTo>
                  <a:lnTo>
                    <a:pt x="6" y="30"/>
                  </a:lnTo>
                  <a:lnTo>
                    <a:pt x="24" y="36"/>
                  </a:lnTo>
                  <a:lnTo>
                    <a:pt x="54" y="42"/>
                  </a:lnTo>
                  <a:lnTo>
                    <a:pt x="102" y="54"/>
                  </a:lnTo>
                  <a:lnTo>
                    <a:pt x="168" y="60"/>
                  </a:lnTo>
                  <a:lnTo>
                    <a:pt x="251" y="66"/>
                  </a:lnTo>
                  <a:lnTo>
                    <a:pt x="341" y="78"/>
                  </a:lnTo>
                  <a:lnTo>
                    <a:pt x="449" y="84"/>
                  </a:lnTo>
                  <a:lnTo>
                    <a:pt x="568" y="84"/>
                  </a:lnTo>
                  <a:lnTo>
                    <a:pt x="694" y="90"/>
                  </a:lnTo>
                  <a:lnTo>
                    <a:pt x="825" y="90"/>
                  </a:lnTo>
                  <a:lnTo>
                    <a:pt x="951" y="90"/>
                  </a:lnTo>
                  <a:lnTo>
                    <a:pt x="951" y="6"/>
                  </a:lnTo>
                  <a:lnTo>
                    <a:pt x="831" y="6"/>
                  </a:lnTo>
                  <a:lnTo>
                    <a:pt x="772" y="6"/>
                  </a:lnTo>
                  <a:lnTo>
                    <a:pt x="700" y="0"/>
                  </a:lnTo>
                  <a:lnTo>
                    <a:pt x="7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56" name="Freeform 16">
              <a:extLst>
                <a:ext uri="{FF2B5EF4-FFF2-40B4-BE49-F238E27FC236}">
                  <a16:creationId xmlns:a16="http://schemas.microsoft.com/office/drawing/2014/main" id="{8DAE2296-9FE0-482F-B7F1-8AFB43E32C03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3059" y="1541"/>
              <a:ext cx="102" cy="155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12"/>
                </a:cxn>
                <a:cxn ang="0">
                  <a:pos x="30" y="72"/>
                </a:cxn>
                <a:cxn ang="0">
                  <a:pos x="30" y="155"/>
                </a:cxn>
                <a:cxn ang="0">
                  <a:pos x="72" y="155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5">
                  <a:moveTo>
                    <a:pt x="102" y="0"/>
                  </a:moveTo>
                  <a:lnTo>
                    <a:pt x="0" y="12"/>
                  </a:lnTo>
                  <a:lnTo>
                    <a:pt x="30" y="72"/>
                  </a:lnTo>
                  <a:lnTo>
                    <a:pt x="30" y="155"/>
                  </a:lnTo>
                  <a:lnTo>
                    <a:pt x="72" y="155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57" name="Freeform 17">
              <a:extLst>
                <a:ext uri="{FF2B5EF4-FFF2-40B4-BE49-F238E27FC236}">
                  <a16:creationId xmlns:a16="http://schemas.microsoft.com/office/drawing/2014/main" id="{5C43F0E2-0B87-44D2-9042-1C76A32D152D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059" y="1690"/>
              <a:ext cx="90" cy="96"/>
            </a:xfrm>
            <a:custGeom>
              <a:avLst/>
              <a:gdLst/>
              <a:ahLst/>
              <a:cxnLst>
                <a:cxn ang="0">
                  <a:pos x="48" y="96"/>
                </a:cxn>
                <a:cxn ang="0">
                  <a:pos x="72" y="72"/>
                </a:cxn>
                <a:cxn ang="0">
                  <a:pos x="84" y="48"/>
                </a:cxn>
                <a:cxn ang="0">
                  <a:pos x="90" y="36"/>
                </a:cxn>
                <a:cxn ang="0">
                  <a:pos x="84" y="24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0"/>
                </a:cxn>
                <a:cxn ang="0">
                  <a:pos x="12" y="12"/>
                </a:cxn>
                <a:cxn ang="0">
                  <a:pos x="6" y="24"/>
                </a:cxn>
                <a:cxn ang="0">
                  <a:pos x="0" y="36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8" y="96"/>
                </a:cxn>
                <a:cxn ang="0">
                  <a:pos x="48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54" y="66"/>
                </a:cxn>
                <a:cxn ang="0">
                  <a:pos x="48" y="78"/>
                </a:cxn>
                <a:cxn ang="0">
                  <a:pos x="30" y="66"/>
                </a:cxn>
                <a:cxn ang="0">
                  <a:pos x="24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90" h="96">
                  <a:moveTo>
                    <a:pt x="48" y="96"/>
                  </a:moveTo>
                  <a:lnTo>
                    <a:pt x="72" y="72"/>
                  </a:lnTo>
                  <a:lnTo>
                    <a:pt x="84" y="48"/>
                  </a:lnTo>
                  <a:lnTo>
                    <a:pt x="90" y="36"/>
                  </a:lnTo>
                  <a:lnTo>
                    <a:pt x="84" y="24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0"/>
                  </a:lnTo>
                  <a:lnTo>
                    <a:pt x="12" y="12"/>
                  </a:lnTo>
                  <a:lnTo>
                    <a:pt x="6" y="24"/>
                  </a:lnTo>
                  <a:lnTo>
                    <a:pt x="0" y="36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8" y="96"/>
                  </a:lnTo>
                  <a:lnTo>
                    <a:pt x="48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54" y="66"/>
                  </a:lnTo>
                  <a:lnTo>
                    <a:pt x="48" y="78"/>
                  </a:lnTo>
                  <a:lnTo>
                    <a:pt x="30" y="66"/>
                  </a:lnTo>
                  <a:lnTo>
                    <a:pt x="24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58" name="Freeform 18">
              <a:extLst>
                <a:ext uri="{FF2B5EF4-FFF2-40B4-BE49-F238E27FC236}">
                  <a16:creationId xmlns:a16="http://schemas.microsoft.com/office/drawing/2014/main" id="{692CBAF6-A2E0-47E8-B896-55ABF7DAC2A7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059" y="1768"/>
              <a:ext cx="90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54" y="108"/>
                </a:cxn>
                <a:cxn ang="0">
                  <a:pos x="78" y="96"/>
                </a:cxn>
                <a:cxn ang="0">
                  <a:pos x="90" y="72"/>
                </a:cxn>
                <a:cxn ang="0">
                  <a:pos x="84" y="42"/>
                </a:cxn>
                <a:cxn ang="0">
                  <a:pos x="66" y="24"/>
                </a:cxn>
                <a:cxn ang="0">
                  <a:pos x="54" y="12"/>
                </a:cxn>
                <a:cxn ang="0">
                  <a:pos x="48" y="6"/>
                </a:cxn>
                <a:cxn ang="0">
                  <a:pos x="48" y="6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30" y="36"/>
                </a:cxn>
                <a:cxn ang="0">
                  <a:pos x="42" y="24"/>
                </a:cxn>
                <a:cxn ang="0">
                  <a:pos x="48" y="18"/>
                </a:cxn>
                <a:cxn ang="0">
                  <a:pos x="66" y="30"/>
                </a:cxn>
                <a:cxn ang="0">
                  <a:pos x="72" y="48"/>
                </a:cxn>
                <a:cxn ang="0">
                  <a:pos x="78" y="72"/>
                </a:cxn>
                <a:cxn ang="0">
                  <a:pos x="78" y="84"/>
                </a:cxn>
                <a:cxn ang="0">
                  <a:pos x="66" y="96"/>
                </a:cxn>
                <a:cxn ang="0">
                  <a:pos x="42" y="102"/>
                </a:cxn>
                <a:cxn ang="0">
                  <a:pos x="30" y="96"/>
                </a:cxn>
                <a:cxn ang="0">
                  <a:pos x="18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90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54" y="108"/>
                  </a:lnTo>
                  <a:lnTo>
                    <a:pt x="78" y="96"/>
                  </a:lnTo>
                  <a:lnTo>
                    <a:pt x="90" y="72"/>
                  </a:lnTo>
                  <a:lnTo>
                    <a:pt x="84" y="42"/>
                  </a:lnTo>
                  <a:lnTo>
                    <a:pt x="66" y="24"/>
                  </a:lnTo>
                  <a:lnTo>
                    <a:pt x="54" y="12"/>
                  </a:lnTo>
                  <a:lnTo>
                    <a:pt x="48" y="6"/>
                  </a:lnTo>
                  <a:lnTo>
                    <a:pt x="48" y="6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30" y="36"/>
                  </a:lnTo>
                  <a:lnTo>
                    <a:pt x="42" y="24"/>
                  </a:lnTo>
                  <a:lnTo>
                    <a:pt x="48" y="18"/>
                  </a:lnTo>
                  <a:lnTo>
                    <a:pt x="66" y="30"/>
                  </a:lnTo>
                  <a:lnTo>
                    <a:pt x="72" y="48"/>
                  </a:lnTo>
                  <a:lnTo>
                    <a:pt x="78" y="72"/>
                  </a:lnTo>
                  <a:lnTo>
                    <a:pt x="78" y="84"/>
                  </a:lnTo>
                  <a:lnTo>
                    <a:pt x="66" y="96"/>
                  </a:lnTo>
                  <a:lnTo>
                    <a:pt x="42" y="102"/>
                  </a:lnTo>
                  <a:lnTo>
                    <a:pt x="30" y="96"/>
                  </a:lnTo>
                  <a:lnTo>
                    <a:pt x="18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59" name="Freeform 19">
              <a:extLst>
                <a:ext uri="{FF2B5EF4-FFF2-40B4-BE49-F238E27FC236}">
                  <a16:creationId xmlns:a16="http://schemas.microsoft.com/office/drawing/2014/main" id="{A53925DD-B868-4E2A-A088-C2407C3B1E3E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5470" y="1205"/>
              <a:ext cx="102" cy="156"/>
            </a:xfrm>
            <a:custGeom>
              <a:avLst/>
              <a:gdLst/>
              <a:ahLst/>
              <a:cxnLst>
                <a:cxn ang="0">
                  <a:pos x="102" y="0"/>
                </a:cxn>
                <a:cxn ang="0">
                  <a:pos x="0" y="6"/>
                </a:cxn>
                <a:cxn ang="0">
                  <a:pos x="30" y="72"/>
                </a:cxn>
                <a:cxn ang="0">
                  <a:pos x="30" y="156"/>
                </a:cxn>
                <a:cxn ang="0">
                  <a:pos x="72" y="156"/>
                </a:cxn>
                <a:cxn ang="0">
                  <a:pos x="72" y="66"/>
                </a:cxn>
                <a:cxn ang="0">
                  <a:pos x="102" y="0"/>
                </a:cxn>
                <a:cxn ang="0">
                  <a:pos x="102" y="0"/>
                </a:cxn>
              </a:cxnLst>
              <a:rect l="0" t="0" r="r" b="b"/>
              <a:pathLst>
                <a:path w="102" h="156">
                  <a:moveTo>
                    <a:pt x="102" y="0"/>
                  </a:moveTo>
                  <a:lnTo>
                    <a:pt x="0" y="6"/>
                  </a:lnTo>
                  <a:lnTo>
                    <a:pt x="30" y="72"/>
                  </a:lnTo>
                  <a:lnTo>
                    <a:pt x="30" y="156"/>
                  </a:lnTo>
                  <a:lnTo>
                    <a:pt x="72" y="156"/>
                  </a:lnTo>
                  <a:lnTo>
                    <a:pt x="72" y="66"/>
                  </a:lnTo>
                  <a:lnTo>
                    <a:pt x="102" y="0"/>
                  </a:lnTo>
                  <a:lnTo>
                    <a:pt x="102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60" name="Freeform 20">
              <a:extLst>
                <a:ext uri="{FF2B5EF4-FFF2-40B4-BE49-F238E27FC236}">
                  <a16:creationId xmlns:a16="http://schemas.microsoft.com/office/drawing/2014/main" id="{C2069438-CED3-4FB5-AF19-2BFBD813EBE8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76" y="1349"/>
              <a:ext cx="84" cy="96"/>
            </a:xfrm>
            <a:custGeom>
              <a:avLst/>
              <a:gdLst/>
              <a:ahLst/>
              <a:cxnLst>
                <a:cxn ang="0">
                  <a:pos x="42" y="96"/>
                </a:cxn>
                <a:cxn ang="0">
                  <a:pos x="66" y="78"/>
                </a:cxn>
                <a:cxn ang="0">
                  <a:pos x="84" y="54"/>
                </a:cxn>
                <a:cxn ang="0">
                  <a:pos x="84" y="30"/>
                </a:cxn>
                <a:cxn ang="0">
                  <a:pos x="66" y="6"/>
                </a:cxn>
                <a:cxn ang="0">
                  <a:pos x="42" y="0"/>
                </a:cxn>
                <a:cxn ang="0">
                  <a:pos x="24" y="6"/>
                </a:cxn>
                <a:cxn ang="0">
                  <a:pos x="12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12" y="66"/>
                </a:cxn>
                <a:cxn ang="0">
                  <a:pos x="30" y="84"/>
                </a:cxn>
                <a:cxn ang="0">
                  <a:pos x="42" y="96"/>
                </a:cxn>
                <a:cxn ang="0">
                  <a:pos x="42" y="96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4"/>
                </a:cxn>
                <a:cxn ang="0">
                  <a:pos x="54" y="72"/>
                </a:cxn>
                <a:cxn ang="0">
                  <a:pos x="42" y="84"/>
                </a:cxn>
                <a:cxn ang="0">
                  <a:pos x="42" y="84"/>
                </a:cxn>
                <a:cxn ang="0">
                  <a:pos x="30" y="72"/>
                </a:cxn>
                <a:cxn ang="0">
                  <a:pos x="18" y="54"/>
                </a:cxn>
                <a:cxn ang="0">
                  <a:pos x="18" y="30"/>
                </a:cxn>
                <a:cxn ang="0">
                  <a:pos x="30" y="18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6">
                  <a:moveTo>
                    <a:pt x="42" y="96"/>
                  </a:moveTo>
                  <a:lnTo>
                    <a:pt x="66" y="78"/>
                  </a:lnTo>
                  <a:lnTo>
                    <a:pt x="84" y="54"/>
                  </a:lnTo>
                  <a:lnTo>
                    <a:pt x="84" y="30"/>
                  </a:lnTo>
                  <a:lnTo>
                    <a:pt x="66" y="6"/>
                  </a:lnTo>
                  <a:lnTo>
                    <a:pt x="42" y="0"/>
                  </a:lnTo>
                  <a:lnTo>
                    <a:pt x="24" y="6"/>
                  </a:lnTo>
                  <a:lnTo>
                    <a:pt x="12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12" y="66"/>
                  </a:lnTo>
                  <a:lnTo>
                    <a:pt x="30" y="84"/>
                  </a:lnTo>
                  <a:lnTo>
                    <a:pt x="42" y="96"/>
                  </a:lnTo>
                  <a:lnTo>
                    <a:pt x="42" y="96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4"/>
                  </a:lnTo>
                  <a:lnTo>
                    <a:pt x="54" y="72"/>
                  </a:lnTo>
                  <a:lnTo>
                    <a:pt x="42" y="84"/>
                  </a:lnTo>
                  <a:lnTo>
                    <a:pt x="42" y="84"/>
                  </a:lnTo>
                  <a:lnTo>
                    <a:pt x="30" y="72"/>
                  </a:lnTo>
                  <a:lnTo>
                    <a:pt x="18" y="54"/>
                  </a:lnTo>
                  <a:lnTo>
                    <a:pt x="18" y="30"/>
                  </a:lnTo>
                  <a:lnTo>
                    <a:pt x="30" y="18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61" name="Freeform 21">
              <a:extLst>
                <a:ext uri="{FF2B5EF4-FFF2-40B4-BE49-F238E27FC236}">
                  <a16:creationId xmlns:a16="http://schemas.microsoft.com/office/drawing/2014/main" id="{46DE1760-06E9-4B08-AB9B-948F161C3C2C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70" y="1433"/>
              <a:ext cx="90" cy="108"/>
            </a:xfrm>
            <a:custGeom>
              <a:avLst/>
              <a:gdLst/>
              <a:ahLst/>
              <a:cxnLst>
                <a:cxn ang="0">
                  <a:pos x="6" y="90"/>
                </a:cxn>
                <a:cxn ang="0">
                  <a:pos x="18" y="102"/>
                </a:cxn>
                <a:cxn ang="0">
                  <a:pos x="30" y="108"/>
                </a:cxn>
                <a:cxn ang="0">
                  <a:pos x="60" y="108"/>
                </a:cxn>
                <a:cxn ang="0">
                  <a:pos x="84" y="96"/>
                </a:cxn>
                <a:cxn ang="0">
                  <a:pos x="90" y="84"/>
                </a:cxn>
                <a:cxn ang="0">
                  <a:pos x="90" y="66"/>
                </a:cxn>
                <a:cxn ang="0">
                  <a:pos x="84" y="36"/>
                </a:cxn>
                <a:cxn ang="0">
                  <a:pos x="72" y="18"/>
                </a:cxn>
                <a:cxn ang="0">
                  <a:pos x="60" y="6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8" y="0"/>
                </a:cxn>
                <a:cxn ang="0">
                  <a:pos x="24" y="24"/>
                </a:cxn>
                <a:cxn ang="0">
                  <a:pos x="12" y="48"/>
                </a:cxn>
                <a:cxn ang="0">
                  <a:pos x="0" y="66"/>
                </a:cxn>
                <a:cxn ang="0">
                  <a:pos x="6" y="90"/>
                </a:cxn>
                <a:cxn ang="0">
                  <a:pos x="6" y="90"/>
                </a:cxn>
                <a:cxn ang="0">
                  <a:pos x="18" y="66"/>
                </a:cxn>
                <a:cxn ang="0">
                  <a:pos x="24" y="48"/>
                </a:cxn>
                <a:cxn ang="0">
                  <a:pos x="36" y="30"/>
                </a:cxn>
                <a:cxn ang="0">
                  <a:pos x="42" y="18"/>
                </a:cxn>
                <a:cxn ang="0">
                  <a:pos x="48" y="12"/>
                </a:cxn>
                <a:cxn ang="0">
                  <a:pos x="78" y="42"/>
                </a:cxn>
                <a:cxn ang="0">
                  <a:pos x="84" y="66"/>
                </a:cxn>
                <a:cxn ang="0">
                  <a:pos x="66" y="90"/>
                </a:cxn>
                <a:cxn ang="0">
                  <a:pos x="54" y="96"/>
                </a:cxn>
                <a:cxn ang="0">
                  <a:pos x="42" y="96"/>
                </a:cxn>
                <a:cxn ang="0">
                  <a:pos x="30" y="96"/>
                </a:cxn>
                <a:cxn ang="0">
                  <a:pos x="24" y="84"/>
                </a:cxn>
                <a:cxn ang="0">
                  <a:pos x="18" y="78"/>
                </a:cxn>
                <a:cxn ang="0">
                  <a:pos x="18" y="66"/>
                </a:cxn>
                <a:cxn ang="0">
                  <a:pos x="18" y="66"/>
                </a:cxn>
              </a:cxnLst>
              <a:rect l="0" t="0" r="r" b="b"/>
              <a:pathLst>
                <a:path w="90" h="108">
                  <a:moveTo>
                    <a:pt x="6" y="90"/>
                  </a:moveTo>
                  <a:lnTo>
                    <a:pt x="18" y="102"/>
                  </a:lnTo>
                  <a:lnTo>
                    <a:pt x="30" y="108"/>
                  </a:lnTo>
                  <a:lnTo>
                    <a:pt x="60" y="108"/>
                  </a:lnTo>
                  <a:lnTo>
                    <a:pt x="84" y="96"/>
                  </a:lnTo>
                  <a:lnTo>
                    <a:pt x="90" y="84"/>
                  </a:lnTo>
                  <a:lnTo>
                    <a:pt x="90" y="66"/>
                  </a:lnTo>
                  <a:lnTo>
                    <a:pt x="84" y="36"/>
                  </a:lnTo>
                  <a:lnTo>
                    <a:pt x="72" y="18"/>
                  </a:lnTo>
                  <a:lnTo>
                    <a:pt x="60" y="6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8" y="0"/>
                  </a:lnTo>
                  <a:lnTo>
                    <a:pt x="24" y="24"/>
                  </a:lnTo>
                  <a:lnTo>
                    <a:pt x="12" y="48"/>
                  </a:lnTo>
                  <a:lnTo>
                    <a:pt x="0" y="66"/>
                  </a:lnTo>
                  <a:lnTo>
                    <a:pt x="6" y="90"/>
                  </a:lnTo>
                  <a:lnTo>
                    <a:pt x="6" y="90"/>
                  </a:lnTo>
                  <a:close/>
                  <a:moveTo>
                    <a:pt x="18" y="66"/>
                  </a:moveTo>
                  <a:lnTo>
                    <a:pt x="24" y="48"/>
                  </a:lnTo>
                  <a:lnTo>
                    <a:pt x="36" y="30"/>
                  </a:lnTo>
                  <a:lnTo>
                    <a:pt x="42" y="18"/>
                  </a:lnTo>
                  <a:lnTo>
                    <a:pt x="48" y="12"/>
                  </a:lnTo>
                  <a:lnTo>
                    <a:pt x="78" y="42"/>
                  </a:lnTo>
                  <a:lnTo>
                    <a:pt x="84" y="66"/>
                  </a:lnTo>
                  <a:lnTo>
                    <a:pt x="66" y="90"/>
                  </a:lnTo>
                  <a:lnTo>
                    <a:pt x="54" y="96"/>
                  </a:lnTo>
                  <a:lnTo>
                    <a:pt x="42" y="96"/>
                  </a:lnTo>
                  <a:lnTo>
                    <a:pt x="30" y="96"/>
                  </a:lnTo>
                  <a:lnTo>
                    <a:pt x="24" y="84"/>
                  </a:lnTo>
                  <a:lnTo>
                    <a:pt x="18" y="78"/>
                  </a:lnTo>
                  <a:lnTo>
                    <a:pt x="18" y="66"/>
                  </a:lnTo>
                  <a:lnTo>
                    <a:pt x="18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62" name="Freeform 22">
              <a:extLst>
                <a:ext uri="{FF2B5EF4-FFF2-40B4-BE49-F238E27FC236}">
                  <a16:creationId xmlns:a16="http://schemas.microsoft.com/office/drawing/2014/main" id="{7682500C-CC3F-4994-B696-BD08478C2D9D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28" y="3525"/>
              <a:ext cx="66" cy="96"/>
            </a:xfrm>
            <a:custGeom>
              <a:avLst/>
              <a:gdLst/>
              <a:ahLst/>
              <a:cxnLst>
                <a:cxn ang="0">
                  <a:pos x="30" y="96"/>
                </a:cxn>
                <a:cxn ang="0">
                  <a:pos x="54" y="72"/>
                </a:cxn>
                <a:cxn ang="0">
                  <a:pos x="66" y="48"/>
                </a:cxn>
                <a:cxn ang="0">
                  <a:pos x="66" y="24"/>
                </a:cxn>
                <a:cxn ang="0">
                  <a:pos x="54" y="6"/>
                </a:cxn>
                <a:cxn ang="0">
                  <a:pos x="30" y="0"/>
                </a:cxn>
                <a:cxn ang="0">
                  <a:pos x="18" y="0"/>
                </a:cxn>
                <a:cxn ang="0">
                  <a:pos x="6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18" y="84"/>
                </a:cxn>
                <a:cxn ang="0">
                  <a:pos x="30" y="96"/>
                </a:cxn>
                <a:cxn ang="0">
                  <a:pos x="30" y="96"/>
                </a:cxn>
                <a:cxn ang="0">
                  <a:pos x="30" y="12"/>
                </a:cxn>
                <a:cxn ang="0">
                  <a:pos x="48" y="18"/>
                </a:cxn>
                <a:cxn ang="0">
                  <a:pos x="54" y="24"/>
                </a:cxn>
                <a:cxn ang="0">
                  <a:pos x="54" y="36"/>
                </a:cxn>
                <a:cxn ang="0">
                  <a:pos x="48" y="48"/>
                </a:cxn>
                <a:cxn ang="0">
                  <a:pos x="36" y="66"/>
                </a:cxn>
                <a:cxn ang="0">
                  <a:pos x="30" y="78"/>
                </a:cxn>
                <a:cxn ang="0">
                  <a:pos x="18" y="66"/>
                </a:cxn>
                <a:cxn ang="0">
                  <a:pos x="12" y="48"/>
                </a:cxn>
                <a:cxn ang="0">
                  <a:pos x="6" y="30"/>
                </a:cxn>
                <a:cxn ang="0">
                  <a:pos x="18" y="12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66" h="96">
                  <a:moveTo>
                    <a:pt x="30" y="96"/>
                  </a:moveTo>
                  <a:lnTo>
                    <a:pt x="54" y="72"/>
                  </a:lnTo>
                  <a:lnTo>
                    <a:pt x="66" y="48"/>
                  </a:lnTo>
                  <a:lnTo>
                    <a:pt x="66" y="24"/>
                  </a:lnTo>
                  <a:lnTo>
                    <a:pt x="54" y="6"/>
                  </a:lnTo>
                  <a:lnTo>
                    <a:pt x="30" y="0"/>
                  </a:lnTo>
                  <a:lnTo>
                    <a:pt x="18" y="0"/>
                  </a:lnTo>
                  <a:lnTo>
                    <a:pt x="6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18" y="84"/>
                  </a:lnTo>
                  <a:lnTo>
                    <a:pt x="30" y="96"/>
                  </a:lnTo>
                  <a:lnTo>
                    <a:pt x="30" y="96"/>
                  </a:lnTo>
                  <a:close/>
                  <a:moveTo>
                    <a:pt x="30" y="12"/>
                  </a:moveTo>
                  <a:lnTo>
                    <a:pt x="48" y="18"/>
                  </a:lnTo>
                  <a:lnTo>
                    <a:pt x="54" y="24"/>
                  </a:lnTo>
                  <a:lnTo>
                    <a:pt x="54" y="36"/>
                  </a:lnTo>
                  <a:lnTo>
                    <a:pt x="48" y="48"/>
                  </a:lnTo>
                  <a:lnTo>
                    <a:pt x="36" y="66"/>
                  </a:lnTo>
                  <a:lnTo>
                    <a:pt x="30" y="78"/>
                  </a:lnTo>
                  <a:lnTo>
                    <a:pt x="18" y="66"/>
                  </a:lnTo>
                  <a:lnTo>
                    <a:pt x="12" y="48"/>
                  </a:lnTo>
                  <a:lnTo>
                    <a:pt x="6" y="30"/>
                  </a:lnTo>
                  <a:lnTo>
                    <a:pt x="18" y="12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63" name="Freeform 23">
              <a:extLst>
                <a:ext uri="{FF2B5EF4-FFF2-40B4-BE49-F238E27FC236}">
                  <a16:creationId xmlns:a16="http://schemas.microsoft.com/office/drawing/2014/main" id="{980B2894-F025-4F26-B0DB-E08EB7F5CEFC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3017" y="1127"/>
              <a:ext cx="2603" cy="444"/>
            </a:xfrm>
            <a:custGeom>
              <a:avLst/>
              <a:gdLst/>
              <a:ahLst/>
              <a:cxnLst>
                <a:cxn ang="0">
                  <a:pos x="2577" y="0"/>
                </a:cxn>
                <a:cxn ang="0">
                  <a:pos x="2594" y="72"/>
                </a:cxn>
                <a:cxn ang="0">
                  <a:pos x="6" y="444"/>
                </a:cxn>
                <a:cxn ang="0">
                  <a:pos x="0" y="396"/>
                </a:cxn>
                <a:cxn ang="0">
                  <a:pos x="1225" y="96"/>
                </a:cxn>
                <a:cxn ang="0">
                  <a:pos x="1351" y="78"/>
                </a:cxn>
                <a:cxn ang="0">
                  <a:pos x="2577" y="0"/>
                </a:cxn>
                <a:cxn ang="0">
                  <a:pos x="2577" y="0"/>
                </a:cxn>
              </a:cxnLst>
              <a:rect l="0" t="0" r="r" b="b"/>
              <a:pathLst>
                <a:path w="2594" h="444">
                  <a:moveTo>
                    <a:pt x="2577" y="0"/>
                  </a:moveTo>
                  <a:lnTo>
                    <a:pt x="2594" y="72"/>
                  </a:lnTo>
                  <a:lnTo>
                    <a:pt x="6" y="444"/>
                  </a:lnTo>
                  <a:lnTo>
                    <a:pt x="0" y="396"/>
                  </a:lnTo>
                  <a:lnTo>
                    <a:pt x="1225" y="96"/>
                  </a:lnTo>
                  <a:lnTo>
                    <a:pt x="1351" y="78"/>
                  </a:lnTo>
                  <a:lnTo>
                    <a:pt x="2577" y="0"/>
                  </a:lnTo>
                  <a:lnTo>
                    <a:pt x="2577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64" name="Freeform 24">
              <a:extLst>
                <a:ext uri="{FF2B5EF4-FFF2-40B4-BE49-F238E27FC236}">
                  <a16:creationId xmlns:a16="http://schemas.microsoft.com/office/drawing/2014/main" id="{14DDEDDA-47A5-440D-9F5E-99CB5327AFD9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2934" y="3773"/>
              <a:ext cx="84" cy="95"/>
            </a:xfrm>
            <a:custGeom>
              <a:avLst/>
              <a:gdLst/>
              <a:ahLst/>
              <a:cxnLst>
                <a:cxn ang="0">
                  <a:pos x="36" y="95"/>
                </a:cxn>
                <a:cxn ang="0">
                  <a:pos x="60" y="77"/>
                </a:cxn>
                <a:cxn ang="0">
                  <a:pos x="78" y="53"/>
                </a:cxn>
                <a:cxn ang="0">
                  <a:pos x="84" y="42"/>
                </a:cxn>
                <a:cxn ang="0">
                  <a:pos x="84" y="30"/>
                </a:cxn>
                <a:cxn ang="0">
                  <a:pos x="72" y="6"/>
                </a:cxn>
                <a:cxn ang="0">
                  <a:pos x="42" y="0"/>
                </a:cxn>
                <a:cxn ang="0">
                  <a:pos x="30" y="0"/>
                </a:cxn>
                <a:cxn ang="0">
                  <a:pos x="12" y="12"/>
                </a:cxn>
                <a:cxn ang="0">
                  <a:pos x="0" y="24"/>
                </a:cxn>
                <a:cxn ang="0">
                  <a:pos x="0" y="36"/>
                </a:cxn>
                <a:cxn ang="0">
                  <a:pos x="6" y="59"/>
                </a:cxn>
                <a:cxn ang="0">
                  <a:pos x="24" y="83"/>
                </a:cxn>
                <a:cxn ang="0">
                  <a:pos x="36" y="95"/>
                </a:cxn>
                <a:cxn ang="0">
                  <a:pos x="36" y="95"/>
                </a:cxn>
                <a:cxn ang="0">
                  <a:pos x="48" y="12"/>
                </a:cxn>
                <a:cxn ang="0">
                  <a:pos x="66" y="18"/>
                </a:cxn>
                <a:cxn ang="0">
                  <a:pos x="72" y="30"/>
                </a:cxn>
                <a:cxn ang="0">
                  <a:pos x="72" y="42"/>
                </a:cxn>
                <a:cxn ang="0">
                  <a:pos x="66" y="53"/>
                </a:cxn>
                <a:cxn ang="0">
                  <a:pos x="48" y="71"/>
                </a:cxn>
                <a:cxn ang="0">
                  <a:pos x="42" y="77"/>
                </a:cxn>
                <a:cxn ang="0">
                  <a:pos x="36" y="77"/>
                </a:cxn>
                <a:cxn ang="0">
                  <a:pos x="24" y="65"/>
                </a:cxn>
                <a:cxn ang="0">
                  <a:pos x="18" y="48"/>
                </a:cxn>
                <a:cxn ang="0">
                  <a:pos x="18" y="30"/>
                </a:cxn>
                <a:cxn ang="0">
                  <a:pos x="30" y="12"/>
                </a:cxn>
                <a:cxn ang="0">
                  <a:pos x="48" y="12"/>
                </a:cxn>
                <a:cxn ang="0">
                  <a:pos x="48" y="12"/>
                </a:cxn>
              </a:cxnLst>
              <a:rect l="0" t="0" r="r" b="b"/>
              <a:pathLst>
                <a:path w="84" h="95">
                  <a:moveTo>
                    <a:pt x="36" y="95"/>
                  </a:moveTo>
                  <a:lnTo>
                    <a:pt x="60" y="77"/>
                  </a:lnTo>
                  <a:lnTo>
                    <a:pt x="78" y="53"/>
                  </a:lnTo>
                  <a:lnTo>
                    <a:pt x="84" y="42"/>
                  </a:lnTo>
                  <a:lnTo>
                    <a:pt x="84" y="30"/>
                  </a:lnTo>
                  <a:lnTo>
                    <a:pt x="72" y="6"/>
                  </a:lnTo>
                  <a:lnTo>
                    <a:pt x="42" y="0"/>
                  </a:lnTo>
                  <a:lnTo>
                    <a:pt x="30" y="0"/>
                  </a:lnTo>
                  <a:lnTo>
                    <a:pt x="12" y="12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6" y="59"/>
                  </a:lnTo>
                  <a:lnTo>
                    <a:pt x="24" y="83"/>
                  </a:lnTo>
                  <a:lnTo>
                    <a:pt x="36" y="95"/>
                  </a:lnTo>
                  <a:lnTo>
                    <a:pt x="36" y="95"/>
                  </a:lnTo>
                  <a:close/>
                  <a:moveTo>
                    <a:pt x="48" y="12"/>
                  </a:moveTo>
                  <a:lnTo>
                    <a:pt x="66" y="18"/>
                  </a:lnTo>
                  <a:lnTo>
                    <a:pt x="72" y="30"/>
                  </a:lnTo>
                  <a:lnTo>
                    <a:pt x="72" y="42"/>
                  </a:lnTo>
                  <a:lnTo>
                    <a:pt x="66" y="53"/>
                  </a:lnTo>
                  <a:lnTo>
                    <a:pt x="48" y="71"/>
                  </a:lnTo>
                  <a:lnTo>
                    <a:pt x="42" y="77"/>
                  </a:lnTo>
                  <a:lnTo>
                    <a:pt x="36" y="77"/>
                  </a:lnTo>
                  <a:lnTo>
                    <a:pt x="24" y="65"/>
                  </a:lnTo>
                  <a:lnTo>
                    <a:pt x="18" y="48"/>
                  </a:lnTo>
                  <a:lnTo>
                    <a:pt x="18" y="30"/>
                  </a:lnTo>
                  <a:lnTo>
                    <a:pt x="30" y="12"/>
                  </a:lnTo>
                  <a:lnTo>
                    <a:pt x="48" y="12"/>
                  </a:lnTo>
                  <a:lnTo>
                    <a:pt x="48" y="1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65" name="Freeform 25">
              <a:extLst>
                <a:ext uri="{FF2B5EF4-FFF2-40B4-BE49-F238E27FC236}">
                  <a16:creationId xmlns:a16="http://schemas.microsoft.com/office/drawing/2014/main" id="{A96F27BA-5A15-47E1-81F0-714A8006DAE7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779" y="3872"/>
              <a:ext cx="90" cy="108"/>
            </a:xfrm>
            <a:custGeom>
              <a:avLst/>
              <a:gdLst/>
              <a:ahLst/>
              <a:cxnLst>
                <a:cxn ang="0">
                  <a:pos x="12" y="96"/>
                </a:cxn>
                <a:cxn ang="0">
                  <a:pos x="24" y="108"/>
                </a:cxn>
                <a:cxn ang="0">
                  <a:pos x="42" y="108"/>
                </a:cxn>
                <a:cxn ang="0">
                  <a:pos x="66" y="102"/>
                </a:cxn>
                <a:cxn ang="0">
                  <a:pos x="84" y="78"/>
                </a:cxn>
                <a:cxn ang="0">
                  <a:pos x="90" y="66"/>
                </a:cxn>
                <a:cxn ang="0">
                  <a:pos x="84" y="48"/>
                </a:cxn>
                <a:cxn ang="0">
                  <a:pos x="66" y="24"/>
                </a:cxn>
                <a:cxn ang="0">
                  <a:pos x="48" y="12"/>
                </a:cxn>
                <a:cxn ang="0">
                  <a:pos x="36" y="0"/>
                </a:cxn>
                <a:cxn ang="0">
                  <a:pos x="30" y="0"/>
                </a:cxn>
                <a:cxn ang="0">
                  <a:pos x="30" y="0"/>
                </a:cxn>
                <a:cxn ang="0">
                  <a:pos x="24" y="0"/>
                </a:cxn>
                <a:cxn ang="0">
                  <a:pos x="12" y="30"/>
                </a:cxn>
                <a:cxn ang="0">
                  <a:pos x="0" y="54"/>
                </a:cxn>
                <a:cxn ang="0">
                  <a:pos x="0" y="78"/>
                </a:cxn>
                <a:cxn ang="0">
                  <a:pos x="12" y="96"/>
                </a:cxn>
                <a:cxn ang="0">
                  <a:pos x="12" y="96"/>
                </a:cxn>
                <a:cxn ang="0">
                  <a:pos x="12" y="72"/>
                </a:cxn>
                <a:cxn ang="0">
                  <a:pos x="18" y="54"/>
                </a:cxn>
                <a:cxn ang="0">
                  <a:pos x="24" y="36"/>
                </a:cxn>
                <a:cxn ang="0">
                  <a:pos x="30" y="18"/>
                </a:cxn>
                <a:cxn ang="0">
                  <a:pos x="30" y="12"/>
                </a:cxn>
                <a:cxn ang="0">
                  <a:pos x="48" y="24"/>
                </a:cxn>
                <a:cxn ang="0">
                  <a:pos x="66" y="36"/>
                </a:cxn>
                <a:cxn ang="0">
                  <a:pos x="78" y="54"/>
                </a:cxn>
                <a:cxn ang="0">
                  <a:pos x="78" y="72"/>
                </a:cxn>
                <a:cxn ang="0">
                  <a:pos x="72" y="84"/>
                </a:cxn>
                <a:cxn ang="0">
                  <a:pos x="48" y="96"/>
                </a:cxn>
                <a:cxn ang="0">
                  <a:pos x="36" y="96"/>
                </a:cxn>
                <a:cxn ang="0">
                  <a:pos x="24" y="90"/>
                </a:cxn>
                <a:cxn ang="0">
                  <a:pos x="18" y="84"/>
                </a:cxn>
                <a:cxn ang="0">
                  <a:pos x="12" y="72"/>
                </a:cxn>
                <a:cxn ang="0">
                  <a:pos x="12" y="72"/>
                </a:cxn>
              </a:cxnLst>
              <a:rect l="0" t="0" r="r" b="b"/>
              <a:pathLst>
                <a:path w="90" h="108">
                  <a:moveTo>
                    <a:pt x="12" y="96"/>
                  </a:moveTo>
                  <a:lnTo>
                    <a:pt x="24" y="108"/>
                  </a:lnTo>
                  <a:lnTo>
                    <a:pt x="42" y="108"/>
                  </a:lnTo>
                  <a:lnTo>
                    <a:pt x="66" y="102"/>
                  </a:lnTo>
                  <a:lnTo>
                    <a:pt x="84" y="78"/>
                  </a:lnTo>
                  <a:lnTo>
                    <a:pt x="90" y="66"/>
                  </a:lnTo>
                  <a:lnTo>
                    <a:pt x="84" y="48"/>
                  </a:lnTo>
                  <a:lnTo>
                    <a:pt x="66" y="24"/>
                  </a:lnTo>
                  <a:lnTo>
                    <a:pt x="48" y="12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12" y="30"/>
                  </a:lnTo>
                  <a:lnTo>
                    <a:pt x="0" y="54"/>
                  </a:lnTo>
                  <a:lnTo>
                    <a:pt x="0" y="78"/>
                  </a:lnTo>
                  <a:lnTo>
                    <a:pt x="12" y="96"/>
                  </a:lnTo>
                  <a:lnTo>
                    <a:pt x="12" y="96"/>
                  </a:lnTo>
                  <a:close/>
                  <a:moveTo>
                    <a:pt x="12" y="72"/>
                  </a:moveTo>
                  <a:lnTo>
                    <a:pt x="18" y="54"/>
                  </a:lnTo>
                  <a:lnTo>
                    <a:pt x="24" y="36"/>
                  </a:lnTo>
                  <a:lnTo>
                    <a:pt x="30" y="18"/>
                  </a:lnTo>
                  <a:lnTo>
                    <a:pt x="30" y="12"/>
                  </a:lnTo>
                  <a:lnTo>
                    <a:pt x="48" y="24"/>
                  </a:lnTo>
                  <a:lnTo>
                    <a:pt x="66" y="36"/>
                  </a:lnTo>
                  <a:lnTo>
                    <a:pt x="78" y="54"/>
                  </a:lnTo>
                  <a:lnTo>
                    <a:pt x="78" y="72"/>
                  </a:lnTo>
                  <a:lnTo>
                    <a:pt x="72" y="84"/>
                  </a:lnTo>
                  <a:lnTo>
                    <a:pt x="48" y="96"/>
                  </a:lnTo>
                  <a:lnTo>
                    <a:pt x="36" y="96"/>
                  </a:lnTo>
                  <a:lnTo>
                    <a:pt x="24" y="90"/>
                  </a:lnTo>
                  <a:lnTo>
                    <a:pt x="18" y="84"/>
                  </a:lnTo>
                  <a:lnTo>
                    <a:pt x="12" y="72"/>
                  </a:lnTo>
                  <a:lnTo>
                    <a:pt x="12" y="7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66" name="Freeform 26">
              <a:extLst>
                <a:ext uri="{FF2B5EF4-FFF2-40B4-BE49-F238E27FC236}">
                  <a16:creationId xmlns:a16="http://schemas.microsoft.com/office/drawing/2014/main" id="{BEA09BC9-6EF7-4750-AB81-5FB8795E6A25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2400" y="3872"/>
              <a:ext cx="72" cy="90"/>
            </a:xfrm>
            <a:custGeom>
              <a:avLst/>
              <a:gdLst/>
              <a:ahLst/>
              <a:cxnLst>
                <a:cxn ang="0">
                  <a:pos x="71" y="90"/>
                </a:cxn>
                <a:cxn ang="0">
                  <a:pos x="71" y="60"/>
                </a:cxn>
                <a:cxn ang="0">
                  <a:pos x="71" y="36"/>
                </a:cxn>
                <a:cxn ang="0">
                  <a:pos x="60" y="12"/>
                </a:cxn>
                <a:cxn ang="0">
                  <a:pos x="36" y="0"/>
                </a:cxn>
                <a:cxn ang="0">
                  <a:pos x="12" y="12"/>
                </a:cxn>
                <a:cxn ang="0">
                  <a:pos x="0" y="36"/>
                </a:cxn>
                <a:cxn ang="0">
                  <a:pos x="6" y="60"/>
                </a:cxn>
                <a:cxn ang="0">
                  <a:pos x="30" y="78"/>
                </a:cxn>
                <a:cxn ang="0">
                  <a:pos x="54" y="90"/>
                </a:cxn>
                <a:cxn ang="0">
                  <a:pos x="71" y="90"/>
                </a:cxn>
                <a:cxn ang="0">
                  <a:pos x="71" y="90"/>
                </a:cxn>
                <a:cxn ang="0">
                  <a:pos x="24" y="18"/>
                </a:cxn>
                <a:cxn ang="0">
                  <a:pos x="42" y="18"/>
                </a:cxn>
                <a:cxn ang="0">
                  <a:pos x="54" y="18"/>
                </a:cxn>
                <a:cxn ang="0">
                  <a:pos x="60" y="42"/>
                </a:cxn>
                <a:cxn ang="0">
                  <a:pos x="60" y="66"/>
                </a:cxn>
                <a:cxn ang="0">
                  <a:pos x="60" y="72"/>
                </a:cxn>
                <a:cxn ang="0">
                  <a:pos x="60" y="78"/>
                </a:cxn>
                <a:cxn ang="0">
                  <a:pos x="42" y="72"/>
                </a:cxn>
                <a:cxn ang="0">
                  <a:pos x="24" y="66"/>
                </a:cxn>
                <a:cxn ang="0">
                  <a:pos x="12" y="48"/>
                </a:cxn>
                <a:cxn ang="0">
                  <a:pos x="12" y="30"/>
                </a:cxn>
                <a:cxn ang="0">
                  <a:pos x="24" y="18"/>
                </a:cxn>
                <a:cxn ang="0">
                  <a:pos x="24" y="18"/>
                </a:cxn>
              </a:cxnLst>
              <a:rect l="0" t="0" r="r" b="b"/>
              <a:pathLst>
                <a:path w="71" h="90">
                  <a:moveTo>
                    <a:pt x="71" y="90"/>
                  </a:moveTo>
                  <a:lnTo>
                    <a:pt x="71" y="60"/>
                  </a:lnTo>
                  <a:lnTo>
                    <a:pt x="71" y="36"/>
                  </a:lnTo>
                  <a:lnTo>
                    <a:pt x="60" y="12"/>
                  </a:lnTo>
                  <a:lnTo>
                    <a:pt x="36" y="0"/>
                  </a:lnTo>
                  <a:lnTo>
                    <a:pt x="12" y="12"/>
                  </a:lnTo>
                  <a:lnTo>
                    <a:pt x="0" y="36"/>
                  </a:lnTo>
                  <a:lnTo>
                    <a:pt x="6" y="60"/>
                  </a:lnTo>
                  <a:lnTo>
                    <a:pt x="30" y="78"/>
                  </a:lnTo>
                  <a:lnTo>
                    <a:pt x="54" y="90"/>
                  </a:lnTo>
                  <a:lnTo>
                    <a:pt x="71" y="90"/>
                  </a:lnTo>
                  <a:lnTo>
                    <a:pt x="71" y="90"/>
                  </a:lnTo>
                  <a:close/>
                  <a:moveTo>
                    <a:pt x="24" y="18"/>
                  </a:moveTo>
                  <a:lnTo>
                    <a:pt x="42" y="18"/>
                  </a:lnTo>
                  <a:lnTo>
                    <a:pt x="54" y="18"/>
                  </a:lnTo>
                  <a:lnTo>
                    <a:pt x="60" y="42"/>
                  </a:lnTo>
                  <a:lnTo>
                    <a:pt x="60" y="66"/>
                  </a:lnTo>
                  <a:lnTo>
                    <a:pt x="60" y="72"/>
                  </a:lnTo>
                  <a:lnTo>
                    <a:pt x="60" y="78"/>
                  </a:lnTo>
                  <a:lnTo>
                    <a:pt x="42" y="72"/>
                  </a:lnTo>
                  <a:lnTo>
                    <a:pt x="24" y="66"/>
                  </a:lnTo>
                  <a:lnTo>
                    <a:pt x="12" y="48"/>
                  </a:lnTo>
                  <a:lnTo>
                    <a:pt x="12" y="30"/>
                  </a:lnTo>
                  <a:lnTo>
                    <a:pt x="24" y="18"/>
                  </a:lnTo>
                  <a:lnTo>
                    <a:pt x="24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67" name="Oval 27">
              <a:extLst>
                <a:ext uri="{FF2B5EF4-FFF2-40B4-BE49-F238E27FC236}">
                  <a16:creationId xmlns:a16="http://schemas.microsoft.com/office/drawing/2014/main" id="{5083A10E-1F33-4448-A052-F4F1E97E2122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2444" y="3838"/>
              <a:ext cx="1380" cy="389"/>
            </a:xfrm>
            <a:prstGeom prst="ellipse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68" name="Oval 28">
              <a:extLst>
                <a:ext uri="{FF2B5EF4-FFF2-40B4-BE49-F238E27FC236}">
                  <a16:creationId xmlns:a16="http://schemas.microsoft.com/office/drawing/2014/main" id="{6868391C-C481-4180-9B18-7C0C06397E28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2394" y="3834"/>
              <a:ext cx="1502" cy="288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69" name="Oval 29">
              <a:extLst>
                <a:ext uri="{FF2B5EF4-FFF2-40B4-BE49-F238E27FC236}">
                  <a16:creationId xmlns:a16="http://schemas.microsoft.com/office/drawing/2014/main" id="{E4D409AD-4B73-4B71-BDA6-49392B150D09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2441" y="3860"/>
              <a:ext cx="1425" cy="220"/>
            </a:xfrm>
            <a:prstGeom prst="ellipse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70" name="Freeform 30">
              <a:extLst>
                <a:ext uri="{FF2B5EF4-FFF2-40B4-BE49-F238E27FC236}">
                  <a16:creationId xmlns:a16="http://schemas.microsoft.com/office/drawing/2014/main" id="{C68D0E14-5D8D-418A-B435-2687C99D183B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3743" y="3788"/>
              <a:ext cx="90" cy="96"/>
            </a:xfrm>
            <a:custGeom>
              <a:avLst/>
              <a:gdLst/>
              <a:ahLst/>
              <a:cxnLst>
                <a:cxn ang="0">
                  <a:pos x="66" y="96"/>
                </a:cxn>
                <a:cxn ang="0">
                  <a:pos x="78" y="66"/>
                </a:cxn>
                <a:cxn ang="0">
                  <a:pos x="90" y="42"/>
                </a:cxn>
                <a:cxn ang="0">
                  <a:pos x="78" y="18"/>
                </a:cxn>
                <a:cxn ang="0">
                  <a:pos x="60" y="0"/>
                </a:cxn>
                <a:cxn ang="0">
                  <a:pos x="30" y="6"/>
                </a:cxn>
                <a:cxn ang="0">
                  <a:pos x="18" y="18"/>
                </a:cxn>
                <a:cxn ang="0">
                  <a:pos x="6" y="30"/>
                </a:cxn>
                <a:cxn ang="0">
                  <a:pos x="0" y="42"/>
                </a:cxn>
                <a:cxn ang="0">
                  <a:pos x="6" y="60"/>
                </a:cxn>
                <a:cxn ang="0">
                  <a:pos x="24" y="78"/>
                </a:cxn>
                <a:cxn ang="0">
                  <a:pos x="48" y="90"/>
                </a:cxn>
                <a:cxn ang="0">
                  <a:pos x="66" y="96"/>
                </a:cxn>
                <a:cxn ang="0">
                  <a:pos x="66" y="96"/>
                </a:cxn>
                <a:cxn ang="0">
                  <a:pos x="42" y="18"/>
                </a:cxn>
                <a:cxn ang="0">
                  <a:pos x="60" y="18"/>
                </a:cxn>
                <a:cxn ang="0">
                  <a:pos x="72" y="24"/>
                </a:cxn>
                <a:cxn ang="0">
                  <a:pos x="72" y="36"/>
                </a:cxn>
                <a:cxn ang="0">
                  <a:pos x="72" y="48"/>
                </a:cxn>
                <a:cxn ang="0">
                  <a:pos x="66" y="72"/>
                </a:cxn>
                <a:cxn ang="0">
                  <a:pos x="60" y="78"/>
                </a:cxn>
                <a:cxn ang="0">
                  <a:pos x="60" y="84"/>
                </a:cxn>
                <a:cxn ang="0">
                  <a:pos x="42" y="72"/>
                </a:cxn>
                <a:cxn ang="0">
                  <a:pos x="30" y="66"/>
                </a:cxn>
                <a:cxn ang="0">
                  <a:pos x="18" y="42"/>
                </a:cxn>
                <a:cxn ang="0">
                  <a:pos x="24" y="30"/>
                </a:cxn>
                <a:cxn ang="0">
                  <a:pos x="42" y="18"/>
                </a:cxn>
                <a:cxn ang="0">
                  <a:pos x="42" y="18"/>
                </a:cxn>
              </a:cxnLst>
              <a:rect l="0" t="0" r="r" b="b"/>
              <a:pathLst>
                <a:path w="90" h="96">
                  <a:moveTo>
                    <a:pt x="66" y="96"/>
                  </a:moveTo>
                  <a:lnTo>
                    <a:pt x="78" y="66"/>
                  </a:lnTo>
                  <a:lnTo>
                    <a:pt x="90" y="42"/>
                  </a:lnTo>
                  <a:lnTo>
                    <a:pt x="78" y="18"/>
                  </a:lnTo>
                  <a:lnTo>
                    <a:pt x="60" y="0"/>
                  </a:lnTo>
                  <a:lnTo>
                    <a:pt x="30" y="6"/>
                  </a:lnTo>
                  <a:lnTo>
                    <a:pt x="18" y="18"/>
                  </a:lnTo>
                  <a:lnTo>
                    <a:pt x="6" y="30"/>
                  </a:lnTo>
                  <a:lnTo>
                    <a:pt x="0" y="42"/>
                  </a:lnTo>
                  <a:lnTo>
                    <a:pt x="6" y="60"/>
                  </a:lnTo>
                  <a:lnTo>
                    <a:pt x="24" y="78"/>
                  </a:lnTo>
                  <a:lnTo>
                    <a:pt x="48" y="90"/>
                  </a:lnTo>
                  <a:lnTo>
                    <a:pt x="66" y="96"/>
                  </a:lnTo>
                  <a:lnTo>
                    <a:pt x="66" y="96"/>
                  </a:lnTo>
                  <a:close/>
                  <a:moveTo>
                    <a:pt x="42" y="18"/>
                  </a:moveTo>
                  <a:lnTo>
                    <a:pt x="60" y="18"/>
                  </a:lnTo>
                  <a:lnTo>
                    <a:pt x="72" y="24"/>
                  </a:lnTo>
                  <a:lnTo>
                    <a:pt x="72" y="36"/>
                  </a:lnTo>
                  <a:lnTo>
                    <a:pt x="72" y="48"/>
                  </a:lnTo>
                  <a:lnTo>
                    <a:pt x="66" y="72"/>
                  </a:lnTo>
                  <a:lnTo>
                    <a:pt x="60" y="78"/>
                  </a:lnTo>
                  <a:lnTo>
                    <a:pt x="60" y="84"/>
                  </a:lnTo>
                  <a:lnTo>
                    <a:pt x="42" y="72"/>
                  </a:lnTo>
                  <a:lnTo>
                    <a:pt x="30" y="66"/>
                  </a:lnTo>
                  <a:lnTo>
                    <a:pt x="18" y="42"/>
                  </a:lnTo>
                  <a:lnTo>
                    <a:pt x="24" y="30"/>
                  </a:lnTo>
                  <a:lnTo>
                    <a:pt x="42" y="18"/>
                  </a:lnTo>
                  <a:lnTo>
                    <a:pt x="42" y="1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71" name="Freeform 31">
              <a:extLst>
                <a:ext uri="{FF2B5EF4-FFF2-40B4-BE49-F238E27FC236}">
                  <a16:creationId xmlns:a16="http://schemas.microsoft.com/office/drawing/2014/main" id="{593CC008-005F-400F-9AA8-E9AC130C53E6}"/>
                </a:ext>
              </a:extLst>
            </p:cNvPr>
            <p:cNvSpPr>
              <a:spLocks noEditPoints="1"/>
            </p:cNvSpPr>
            <p:nvPr userDrawn="1"/>
          </p:nvSpPr>
          <p:spPr bwMode="ltGray">
            <a:xfrm>
              <a:off x="5422" y="3603"/>
              <a:ext cx="72" cy="108"/>
            </a:xfrm>
            <a:custGeom>
              <a:avLst/>
              <a:gdLst/>
              <a:ahLst/>
              <a:cxnLst>
                <a:cxn ang="0">
                  <a:pos x="0" y="90"/>
                </a:cxn>
                <a:cxn ang="0">
                  <a:pos x="12" y="102"/>
                </a:cxn>
                <a:cxn ang="0">
                  <a:pos x="24" y="108"/>
                </a:cxn>
                <a:cxn ang="0">
                  <a:pos x="48" y="108"/>
                </a:cxn>
                <a:cxn ang="0">
                  <a:pos x="66" y="96"/>
                </a:cxn>
                <a:cxn ang="0">
                  <a:pos x="72" y="66"/>
                </a:cxn>
                <a:cxn ang="0">
                  <a:pos x="66" y="42"/>
                </a:cxn>
                <a:cxn ang="0">
                  <a:pos x="60" y="18"/>
                </a:cxn>
                <a:cxn ang="0">
                  <a:pos x="48" y="6"/>
                </a:cxn>
                <a:cxn ang="0">
                  <a:pos x="42" y="0"/>
                </a:cxn>
                <a:cxn ang="0">
                  <a:pos x="42" y="0"/>
                </a:cxn>
                <a:cxn ang="0">
                  <a:pos x="36" y="0"/>
                </a:cxn>
                <a:cxn ang="0">
                  <a:pos x="18" y="24"/>
                </a:cxn>
                <a:cxn ang="0">
                  <a:pos x="6" y="48"/>
                </a:cxn>
                <a:cxn ang="0">
                  <a:pos x="0" y="66"/>
                </a:cxn>
                <a:cxn ang="0">
                  <a:pos x="0" y="90"/>
                </a:cxn>
                <a:cxn ang="0">
                  <a:pos x="0" y="90"/>
                </a:cxn>
                <a:cxn ang="0">
                  <a:pos x="12" y="66"/>
                </a:cxn>
                <a:cxn ang="0">
                  <a:pos x="18" y="48"/>
                </a:cxn>
                <a:cxn ang="0">
                  <a:pos x="24" y="36"/>
                </a:cxn>
                <a:cxn ang="0">
                  <a:pos x="30" y="24"/>
                </a:cxn>
                <a:cxn ang="0">
                  <a:pos x="36" y="18"/>
                </a:cxn>
                <a:cxn ang="0">
                  <a:pos x="54" y="30"/>
                </a:cxn>
                <a:cxn ang="0">
                  <a:pos x="60" y="48"/>
                </a:cxn>
                <a:cxn ang="0">
                  <a:pos x="66" y="72"/>
                </a:cxn>
                <a:cxn ang="0">
                  <a:pos x="66" y="84"/>
                </a:cxn>
                <a:cxn ang="0">
                  <a:pos x="54" y="96"/>
                </a:cxn>
                <a:cxn ang="0">
                  <a:pos x="30" y="102"/>
                </a:cxn>
                <a:cxn ang="0">
                  <a:pos x="24" y="96"/>
                </a:cxn>
                <a:cxn ang="0">
                  <a:pos x="12" y="90"/>
                </a:cxn>
                <a:cxn ang="0">
                  <a:pos x="12" y="78"/>
                </a:cxn>
                <a:cxn ang="0">
                  <a:pos x="12" y="66"/>
                </a:cxn>
                <a:cxn ang="0">
                  <a:pos x="12" y="66"/>
                </a:cxn>
              </a:cxnLst>
              <a:rect l="0" t="0" r="r" b="b"/>
              <a:pathLst>
                <a:path w="72" h="108">
                  <a:moveTo>
                    <a:pt x="0" y="90"/>
                  </a:moveTo>
                  <a:lnTo>
                    <a:pt x="12" y="102"/>
                  </a:lnTo>
                  <a:lnTo>
                    <a:pt x="24" y="108"/>
                  </a:lnTo>
                  <a:lnTo>
                    <a:pt x="48" y="108"/>
                  </a:lnTo>
                  <a:lnTo>
                    <a:pt x="66" y="96"/>
                  </a:lnTo>
                  <a:lnTo>
                    <a:pt x="72" y="66"/>
                  </a:lnTo>
                  <a:lnTo>
                    <a:pt x="66" y="42"/>
                  </a:lnTo>
                  <a:lnTo>
                    <a:pt x="60" y="18"/>
                  </a:lnTo>
                  <a:lnTo>
                    <a:pt x="48" y="6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6" y="0"/>
                  </a:lnTo>
                  <a:lnTo>
                    <a:pt x="18" y="24"/>
                  </a:lnTo>
                  <a:lnTo>
                    <a:pt x="6" y="48"/>
                  </a:lnTo>
                  <a:lnTo>
                    <a:pt x="0" y="66"/>
                  </a:lnTo>
                  <a:lnTo>
                    <a:pt x="0" y="90"/>
                  </a:lnTo>
                  <a:lnTo>
                    <a:pt x="0" y="90"/>
                  </a:lnTo>
                  <a:close/>
                  <a:moveTo>
                    <a:pt x="12" y="66"/>
                  </a:moveTo>
                  <a:lnTo>
                    <a:pt x="18" y="48"/>
                  </a:lnTo>
                  <a:lnTo>
                    <a:pt x="24" y="36"/>
                  </a:lnTo>
                  <a:lnTo>
                    <a:pt x="30" y="24"/>
                  </a:lnTo>
                  <a:lnTo>
                    <a:pt x="36" y="18"/>
                  </a:lnTo>
                  <a:lnTo>
                    <a:pt x="54" y="30"/>
                  </a:lnTo>
                  <a:lnTo>
                    <a:pt x="60" y="48"/>
                  </a:lnTo>
                  <a:lnTo>
                    <a:pt x="66" y="72"/>
                  </a:lnTo>
                  <a:lnTo>
                    <a:pt x="66" y="84"/>
                  </a:lnTo>
                  <a:lnTo>
                    <a:pt x="54" y="96"/>
                  </a:lnTo>
                  <a:lnTo>
                    <a:pt x="30" y="102"/>
                  </a:lnTo>
                  <a:lnTo>
                    <a:pt x="24" y="96"/>
                  </a:lnTo>
                  <a:lnTo>
                    <a:pt x="12" y="90"/>
                  </a:lnTo>
                  <a:lnTo>
                    <a:pt x="12" y="78"/>
                  </a:lnTo>
                  <a:lnTo>
                    <a:pt x="12" y="66"/>
                  </a:lnTo>
                  <a:lnTo>
                    <a:pt x="12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72" name="Rectangle 32">
              <a:extLst>
                <a:ext uri="{FF2B5EF4-FFF2-40B4-BE49-F238E27FC236}">
                  <a16:creationId xmlns:a16="http://schemas.microsoft.com/office/drawing/2014/main" id="{5C405C3F-3F34-4D94-ABB9-2A6FF7FF78BF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38" y="1773"/>
              <a:ext cx="173" cy="2539"/>
            </a:xfrm>
            <a:prstGeom prst="rect">
              <a:avLst/>
            </a:pr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73" name="Rectangle 33">
              <a:extLst>
                <a:ext uri="{FF2B5EF4-FFF2-40B4-BE49-F238E27FC236}">
                  <a16:creationId xmlns:a16="http://schemas.microsoft.com/office/drawing/2014/main" id="{DB05D527-1587-4D5A-90AB-898FA25A26BC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88" y="1545"/>
              <a:ext cx="76" cy="24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74" name="AutoShape 34">
              <a:extLst>
                <a:ext uri="{FF2B5EF4-FFF2-40B4-BE49-F238E27FC236}">
                  <a16:creationId xmlns:a16="http://schemas.microsoft.com/office/drawing/2014/main" id="{D3A096DC-A3D7-4255-97F4-7CB395967506}"/>
                </a:ext>
              </a:extLst>
            </p:cNvPr>
            <p:cNvSpPr>
              <a:spLocks noChangeArrowheads="1"/>
            </p:cNvSpPr>
            <p:nvPr userDrawn="1"/>
          </p:nvSpPr>
          <p:spPr bwMode="ltGray">
            <a:xfrm>
              <a:off x="4220" y="1743"/>
              <a:ext cx="205" cy="52"/>
            </a:xfrm>
            <a:prstGeom prst="roundRect">
              <a:avLst>
                <a:gd name="adj" fmla="val 16667"/>
              </a:avLst>
            </a:prstGeom>
            <a:gradFill rotWithShape="0">
              <a:gsLst>
                <a:gs pos="0">
                  <a:schemeClr val="bg2"/>
                </a:gs>
                <a:gs pos="100000">
                  <a:schemeClr val="bg2">
                    <a:gamma/>
                    <a:tint val="81961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75" name="Freeform 35">
              <a:extLst>
                <a:ext uri="{FF2B5EF4-FFF2-40B4-BE49-F238E27FC236}">
                  <a16:creationId xmlns:a16="http://schemas.microsoft.com/office/drawing/2014/main" id="{CEB34A49-EBB1-4576-826E-BD34AF3566C3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306" y="1529"/>
              <a:ext cx="252" cy="1576"/>
            </a:xfrm>
            <a:custGeom>
              <a:avLst/>
              <a:gdLst/>
              <a:ahLst/>
              <a:cxnLst>
                <a:cxn ang="0">
                  <a:pos x="252" y="1576"/>
                </a:cxn>
                <a:cxn ang="0">
                  <a:pos x="12" y="84"/>
                </a:cxn>
                <a:cxn ang="0">
                  <a:pos x="12" y="60"/>
                </a:cxn>
                <a:cxn ang="0">
                  <a:pos x="0" y="12"/>
                </a:cxn>
                <a:cxn ang="0">
                  <a:pos x="72" y="0"/>
                </a:cxn>
                <a:cxn ang="0">
                  <a:pos x="72" y="0"/>
                </a:cxn>
                <a:cxn ang="0">
                  <a:pos x="78" y="48"/>
                </a:cxn>
                <a:cxn ang="0">
                  <a:pos x="88" y="66"/>
                </a:cxn>
              </a:cxnLst>
              <a:rect l="0" t="0" r="r" b="b"/>
              <a:pathLst>
                <a:path w="252" h="1576">
                  <a:moveTo>
                    <a:pt x="252" y="1576"/>
                  </a:moveTo>
                  <a:lnTo>
                    <a:pt x="12" y="84"/>
                  </a:lnTo>
                  <a:lnTo>
                    <a:pt x="12" y="60"/>
                  </a:lnTo>
                  <a:lnTo>
                    <a:pt x="0" y="12"/>
                  </a:lnTo>
                  <a:lnTo>
                    <a:pt x="72" y="0"/>
                  </a:lnTo>
                  <a:lnTo>
                    <a:pt x="72" y="0"/>
                  </a:lnTo>
                  <a:lnTo>
                    <a:pt x="78" y="48"/>
                  </a:lnTo>
                  <a:lnTo>
                    <a:pt x="88" y="66"/>
                  </a:lnTo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  <p:sp>
          <p:nvSpPr>
            <p:cNvPr id="138276" name="Freeform 36">
              <a:extLst>
                <a:ext uri="{FF2B5EF4-FFF2-40B4-BE49-F238E27FC236}">
                  <a16:creationId xmlns:a16="http://schemas.microsoft.com/office/drawing/2014/main" id="{65D294AF-D7BD-4B75-B2CA-9378B820AF58}"/>
                </a:ext>
              </a:extLst>
            </p:cNvPr>
            <p:cNvSpPr>
              <a:spLocks/>
            </p:cNvSpPr>
            <p:nvPr userDrawn="1"/>
          </p:nvSpPr>
          <p:spPr bwMode="ltGray">
            <a:xfrm>
              <a:off x="4169" y="1421"/>
              <a:ext cx="317" cy="138"/>
            </a:xfrm>
            <a:custGeom>
              <a:avLst/>
              <a:gdLst/>
              <a:ahLst/>
              <a:cxnLst>
                <a:cxn ang="0">
                  <a:pos x="161" y="0"/>
                </a:cxn>
                <a:cxn ang="0">
                  <a:pos x="227" y="6"/>
                </a:cxn>
                <a:cxn ang="0">
                  <a:pos x="275" y="36"/>
                </a:cxn>
                <a:cxn ang="0">
                  <a:pos x="304" y="78"/>
                </a:cxn>
                <a:cxn ang="0">
                  <a:pos x="316" y="138"/>
                </a:cxn>
                <a:cxn ang="0">
                  <a:pos x="0" y="138"/>
                </a:cxn>
                <a:cxn ang="0">
                  <a:pos x="11" y="78"/>
                </a:cxn>
                <a:cxn ang="0">
                  <a:pos x="47" y="36"/>
                </a:cxn>
                <a:cxn ang="0">
                  <a:pos x="95" y="6"/>
                </a:cxn>
                <a:cxn ang="0">
                  <a:pos x="161" y="0"/>
                </a:cxn>
                <a:cxn ang="0">
                  <a:pos x="161" y="0"/>
                </a:cxn>
              </a:cxnLst>
              <a:rect l="0" t="0" r="r" b="b"/>
              <a:pathLst>
                <a:path w="316" h="138">
                  <a:moveTo>
                    <a:pt x="161" y="0"/>
                  </a:moveTo>
                  <a:lnTo>
                    <a:pt x="227" y="6"/>
                  </a:lnTo>
                  <a:lnTo>
                    <a:pt x="275" y="36"/>
                  </a:lnTo>
                  <a:lnTo>
                    <a:pt x="304" y="78"/>
                  </a:lnTo>
                  <a:lnTo>
                    <a:pt x="316" y="138"/>
                  </a:lnTo>
                  <a:lnTo>
                    <a:pt x="0" y="138"/>
                  </a:lnTo>
                  <a:lnTo>
                    <a:pt x="11" y="78"/>
                  </a:lnTo>
                  <a:lnTo>
                    <a:pt x="47" y="36"/>
                  </a:lnTo>
                  <a:lnTo>
                    <a:pt x="95" y="6"/>
                  </a:lnTo>
                  <a:lnTo>
                    <a:pt x="161" y="0"/>
                  </a:lnTo>
                  <a:lnTo>
                    <a:pt x="16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tint val="81961"/>
                    <a:invGamma/>
                  </a:schemeClr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id-ID" sz="1800"/>
            </a:p>
          </p:txBody>
        </p:sp>
      </p:grpSp>
      <p:sp>
        <p:nvSpPr>
          <p:cNvPr id="138277" name="Rectangle 37">
            <a:extLst>
              <a:ext uri="{FF2B5EF4-FFF2-40B4-BE49-F238E27FC236}">
                <a16:creationId xmlns:a16="http://schemas.microsoft.com/office/drawing/2014/main" id="{96D8D1F4-651B-41FD-8F91-28E01AD7F8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3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38278" name="Rectangle 38">
            <a:extLst>
              <a:ext uri="{FF2B5EF4-FFF2-40B4-BE49-F238E27FC236}">
                <a16:creationId xmlns:a16="http://schemas.microsoft.com/office/drawing/2014/main" id="{4B539401-B253-4B75-B8C3-A3F4BDDABD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8279" name="Rectangle 39">
            <a:extLst>
              <a:ext uri="{FF2B5EF4-FFF2-40B4-BE49-F238E27FC236}">
                <a16:creationId xmlns:a16="http://schemas.microsoft.com/office/drawing/2014/main" id="{6BF28E27-9A77-41DD-8AB5-5F849FF4FFC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78563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8280" name="Rectangle 40">
            <a:extLst>
              <a:ext uri="{FF2B5EF4-FFF2-40B4-BE49-F238E27FC236}">
                <a16:creationId xmlns:a16="http://schemas.microsoft.com/office/drawing/2014/main" id="{FD52537D-7043-4A1E-B749-0503C09B37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78563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8281" name="Rectangle 41">
            <a:extLst>
              <a:ext uri="{FF2B5EF4-FFF2-40B4-BE49-F238E27FC236}">
                <a16:creationId xmlns:a16="http://schemas.microsoft.com/office/drawing/2014/main" id="{DF7797AD-B369-4060-8138-D844FE6B1E5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78563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38C2B49-AE81-4A98-B900-83EDC380C43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2336303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E92BEE1E-9390-40CA-A4DA-8748B19DBB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4" y="1628776"/>
            <a:ext cx="8218487" cy="49688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id-ID" dirty="0">
                <a:solidFill>
                  <a:schemeClr val="bg2"/>
                </a:solidFill>
              </a:rPr>
              <a:t>PENGERTIAN IDENTITAS NASIONAL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id-ID" dirty="0">
                <a:solidFill>
                  <a:schemeClr val="bg2"/>
                </a:solidFill>
              </a:rPr>
              <a:t>	berasal dr bhs Inggris </a:t>
            </a:r>
            <a:r>
              <a:rPr lang="id-ID" i="1" dirty="0">
                <a:solidFill>
                  <a:schemeClr val="bg2"/>
                </a:solidFill>
              </a:rPr>
              <a:t>Identity </a:t>
            </a:r>
            <a:r>
              <a:rPr lang="id-ID" dirty="0">
                <a:solidFill>
                  <a:schemeClr val="bg2"/>
                </a:solidFill>
              </a:rPr>
              <a:t>yg berarti ciri,tanda-tanda atau jatidiri yg melekat pd seseorang atau sesuatu yg membedakannya dengan yg lain.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id-ID" i="1" dirty="0">
                <a:solidFill>
                  <a:schemeClr val="bg2"/>
                </a:solidFill>
              </a:rPr>
              <a:t>	Nasional</a:t>
            </a:r>
            <a:r>
              <a:rPr lang="id-ID" dirty="0">
                <a:solidFill>
                  <a:schemeClr val="bg2"/>
                </a:solidFill>
              </a:rPr>
              <a:t> : Identitas yg melekat pd kelompok yg lebih besar yg didikat oleh kesamaan baik fisik spt budaya, agama dan bahasa maupun non fisik seperti, keinginan, cita-cita, dan tujuan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id-ID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id-ID" dirty="0"/>
          </a:p>
          <a:p>
            <a:pPr eaLnBrk="1" hangingPunct="1">
              <a:lnSpc>
                <a:spcPct val="90000"/>
              </a:lnSpc>
              <a:defRPr/>
            </a:pPr>
            <a:endParaRPr lang="id-ID" dirty="0"/>
          </a:p>
          <a:p>
            <a:pPr eaLnBrk="1" hangingPunct="1">
              <a:lnSpc>
                <a:spcPct val="90000"/>
              </a:lnSpc>
              <a:defRPr/>
            </a:pPr>
            <a:endParaRPr lang="id-ID" dirty="0"/>
          </a:p>
          <a:p>
            <a:pPr eaLnBrk="1" hangingPunct="1">
              <a:lnSpc>
                <a:spcPct val="90000"/>
              </a:lnSpc>
              <a:defRPr/>
            </a:pPr>
            <a:endParaRPr lang="id-ID" dirty="0"/>
          </a:p>
          <a:p>
            <a:pPr eaLnBrk="1" hangingPunct="1">
              <a:lnSpc>
                <a:spcPct val="90000"/>
              </a:lnSpc>
              <a:defRPr/>
            </a:pPr>
            <a:endParaRPr lang="en-GB" dirty="0"/>
          </a:p>
        </p:txBody>
      </p:sp>
      <p:sp>
        <p:nvSpPr>
          <p:cNvPr id="6147" name="WordArt 6">
            <a:extLst>
              <a:ext uri="{FF2B5EF4-FFF2-40B4-BE49-F238E27FC236}">
                <a16:creationId xmlns:a16="http://schemas.microsoft.com/office/drawing/2014/main" id="{B79EE8F0-FAAD-4648-81A4-F7787E8FF55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19288" y="404814"/>
            <a:ext cx="7848600" cy="720725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 panose="020B0806030902050204" pitchFamily="34" charset="0"/>
              </a:rPr>
              <a:t>IDENTITAS     NASIONAL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5956B1E1-9882-4D19-9A1F-535B23477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77813"/>
            <a:ext cx="7881938" cy="106362"/>
          </a:xfrm>
        </p:spPr>
        <p:txBody>
          <a:bodyPr/>
          <a:lstStyle/>
          <a:p>
            <a:pPr eaLnBrk="1" hangingPunct="1">
              <a:defRPr/>
            </a:pPr>
            <a:endParaRPr lang="en-US" sz="3600" b="1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9D863D55-E2F3-4A42-B868-B754CB8176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87526" y="981076"/>
            <a:ext cx="8412163" cy="587692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  <a:defRPr/>
            </a:pPr>
            <a:r>
              <a:rPr lang="id-ID" sz="2400">
                <a:solidFill>
                  <a:srgbClr val="00CCFF"/>
                </a:solidFill>
              </a:rPr>
              <a:t>PRIMORDIAL</a:t>
            </a:r>
          </a:p>
          <a:p>
            <a:pPr marL="609600" indent="-609600" eaLnBrk="1" hangingPunct="1">
              <a:lnSpc>
                <a:spcPct val="80000"/>
              </a:lnSpc>
              <a:buNone/>
              <a:defRPr/>
            </a:pPr>
            <a:r>
              <a:rPr lang="id-ID" sz="2400">
                <a:solidFill>
                  <a:srgbClr val="00CCFF"/>
                </a:solidFill>
              </a:rPr>
              <a:t>	Ikatan kekerabatan (darah dan keluarga), kesamaan suku bangsa,daerah asal, bahasa dan adat istiadat. contoh : Bangsa Yahudi membentuk Negara Israel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2"/>
              <a:defRPr/>
            </a:pPr>
            <a:r>
              <a:rPr lang="id-ID" sz="2400">
                <a:solidFill>
                  <a:srgbClr val="00CCFF"/>
                </a:solidFill>
              </a:rPr>
              <a:t>SAKRAL</a:t>
            </a:r>
          </a:p>
          <a:p>
            <a:pPr marL="609600" indent="-609600" eaLnBrk="1" hangingPunct="1">
              <a:lnSpc>
                <a:spcPct val="80000"/>
              </a:lnSpc>
              <a:buNone/>
              <a:defRPr/>
            </a:pPr>
            <a:r>
              <a:rPr lang="id-ID" sz="2400">
                <a:solidFill>
                  <a:srgbClr val="00CCFF"/>
                </a:solidFill>
              </a:rPr>
              <a:t>	Kesamaan agama atau idiologi doktriner yg dipeluk masyarakat. 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3"/>
              <a:defRPr/>
            </a:pPr>
            <a:r>
              <a:rPr lang="id-ID" sz="2400">
                <a:solidFill>
                  <a:srgbClr val="00CCFF"/>
                </a:solidFill>
              </a:rPr>
              <a:t>Tokoh</a:t>
            </a:r>
          </a:p>
          <a:p>
            <a:pPr marL="609600" indent="-609600" eaLnBrk="1" hangingPunct="1">
              <a:lnSpc>
                <a:spcPct val="80000"/>
              </a:lnSpc>
              <a:buNone/>
              <a:defRPr/>
            </a:pPr>
            <a:r>
              <a:rPr lang="id-ID" sz="2400">
                <a:solidFill>
                  <a:srgbClr val="00CCFF"/>
                </a:solidFill>
              </a:rPr>
              <a:t>	Kepemimpinan pr tokoh yg disegani dan dihormati oleh masyarakat. Contoh Soekarno di</a:t>
            </a:r>
          </a:p>
          <a:p>
            <a:pPr marL="609600" indent="-609600" eaLnBrk="1" hangingPunct="1">
              <a:lnSpc>
                <a:spcPct val="80000"/>
              </a:lnSpc>
              <a:buNone/>
              <a:defRPr/>
            </a:pPr>
            <a:r>
              <a:rPr lang="id-ID" sz="2400">
                <a:solidFill>
                  <a:srgbClr val="00CCFF"/>
                </a:solidFill>
              </a:rPr>
              <a:t>	 Indonesia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4"/>
              <a:defRPr/>
            </a:pPr>
            <a:r>
              <a:rPr lang="id-ID" sz="2400">
                <a:solidFill>
                  <a:srgbClr val="00CCFF"/>
                </a:solidFill>
              </a:rPr>
              <a:t>Bhinneka Tunggal Ika</a:t>
            </a:r>
          </a:p>
          <a:p>
            <a:pPr marL="609600" indent="-609600" eaLnBrk="1" hangingPunct="1">
              <a:lnSpc>
                <a:spcPct val="80000"/>
              </a:lnSpc>
              <a:buNone/>
              <a:defRPr/>
            </a:pPr>
            <a:r>
              <a:rPr lang="id-ID" sz="2400">
                <a:solidFill>
                  <a:srgbClr val="00CCFF"/>
                </a:solidFill>
              </a:rPr>
              <a:t>	Kesediaan warga bangsa utk bersatu dalam perbedaan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  <a:defRPr/>
            </a:pPr>
            <a:r>
              <a:rPr lang="id-ID" sz="2400">
                <a:solidFill>
                  <a:srgbClr val="00CCFF"/>
                </a:solidFill>
              </a:rPr>
              <a:t>Sejarah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  <a:defRPr/>
            </a:pPr>
            <a:r>
              <a:rPr lang="id-ID" sz="2400">
                <a:solidFill>
                  <a:srgbClr val="00CCFF"/>
                </a:solidFill>
              </a:rPr>
              <a:t>Perkembangan Ekonomi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 startAt="5"/>
              <a:defRPr/>
            </a:pPr>
            <a:r>
              <a:rPr lang="id-ID" sz="2400">
                <a:solidFill>
                  <a:srgbClr val="00CCFF"/>
                </a:solidFill>
              </a:rPr>
              <a:t>Kelembagaan</a:t>
            </a:r>
          </a:p>
          <a:p>
            <a:pPr marL="609600" indent="-609600" eaLnBrk="1" hangingPunct="1">
              <a:lnSpc>
                <a:spcPct val="80000"/>
              </a:lnSpc>
              <a:buNone/>
              <a:defRPr/>
            </a:pPr>
            <a:r>
              <a:rPr lang="id-ID" sz="2000">
                <a:solidFill>
                  <a:srgbClr val="00CCFF"/>
                </a:solidFill>
              </a:rPr>
              <a:t>	</a:t>
            </a:r>
          </a:p>
          <a:p>
            <a:pPr marL="609600" indent="-609600" eaLnBrk="1" hangingPunct="1">
              <a:lnSpc>
                <a:spcPct val="80000"/>
              </a:lnSpc>
              <a:defRPr/>
            </a:pPr>
            <a:endParaRPr lang="en-GB" sz="2000">
              <a:solidFill>
                <a:srgbClr val="00CCFF"/>
              </a:solidFill>
            </a:endParaRPr>
          </a:p>
        </p:txBody>
      </p:sp>
      <p:sp>
        <p:nvSpPr>
          <p:cNvPr id="123908" name="WordArt 4">
            <a:extLst>
              <a:ext uri="{FF2B5EF4-FFF2-40B4-BE49-F238E27FC236}">
                <a16:creationId xmlns:a16="http://schemas.microsoft.com/office/drawing/2014/main" id="{8D83DB4D-76D5-4E71-B15C-EEC09CB307B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135188" y="188913"/>
            <a:ext cx="5688012" cy="576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FAKTOR PEMBENTUK IDENTITAS NASIONAL</a:t>
            </a:r>
          </a:p>
        </p:txBody>
      </p:sp>
      <p:pic>
        <p:nvPicPr>
          <p:cNvPr id="7173" name="Picture 5" descr="j0229385">
            <a:extLst>
              <a:ext uri="{FF2B5EF4-FFF2-40B4-BE49-F238E27FC236}">
                <a16:creationId xmlns:a16="http://schemas.microsoft.com/office/drawing/2014/main" id="{23E8E6A0-5A3F-462D-9413-9072D9DEF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76" y="1"/>
            <a:ext cx="2232025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0" dur="20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3" dur="20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28" dur="20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1" dur="2000"/>
                                        <p:tgtEl>
                                          <p:spTgt spid="1239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4" dur="2000"/>
                                        <p:tgtEl>
                                          <p:spTgt spid="123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7" dur="2000"/>
                                        <p:tgtEl>
                                          <p:spTgt spid="1239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0" dur="2000"/>
                                        <p:tgtEl>
                                          <p:spTgt spid="123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3" dur="2000"/>
                                        <p:tgtEl>
                                          <p:spTgt spid="1239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6" dur="2000"/>
                                        <p:tgtEl>
                                          <p:spTgt spid="1239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9" dur="2000"/>
                                        <p:tgtEl>
                                          <p:spTgt spid="12390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52" dur="2000"/>
                                        <p:tgtEl>
                                          <p:spTgt spid="1239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624E922D-92FD-4D8A-A573-3DF2612DBF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0"/>
            <a:ext cx="8229600" cy="69850"/>
          </a:xfrm>
        </p:spPr>
        <p:txBody>
          <a:bodyPr/>
          <a:lstStyle/>
          <a:p>
            <a:pPr eaLnBrk="1" hangingPunct="1">
              <a:defRPr/>
            </a:pPr>
            <a:endParaRPr lang="en-US" sz="360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DCA31C2E-6D4B-427E-8E08-3F50E9435D6C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933575"/>
            <a:ext cx="1295400" cy="1130300"/>
            <a:chOff x="2256" y="1506"/>
            <a:chExt cx="816" cy="712"/>
          </a:xfrm>
        </p:grpSpPr>
        <p:sp>
          <p:nvSpPr>
            <p:cNvPr id="8209" name="Oval 4">
              <a:extLst>
                <a:ext uri="{FF2B5EF4-FFF2-40B4-BE49-F238E27FC236}">
                  <a16:creationId xmlns:a16="http://schemas.microsoft.com/office/drawing/2014/main" id="{B1C8F52C-9761-42BE-8B42-CA95A2685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513"/>
              <a:ext cx="816" cy="576"/>
            </a:xfrm>
            <a:prstGeom prst="ellipse">
              <a:avLst/>
            </a:prstGeom>
            <a:solidFill>
              <a:srgbClr val="FF3300"/>
            </a:solidFill>
            <a:ln w="9525">
              <a:round/>
              <a:headEnd/>
              <a:tailEnd/>
            </a:ln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3300"/>
              </a:extrusionClr>
              <a:contourClr>
                <a:srgbClr val="FF3300"/>
              </a:contourClr>
            </a:sp3d>
          </p:spPr>
          <p:txBody>
            <a:bodyPr wrap="none" anchor="ctr">
              <a:flatTx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id-ID" altLang="en-US">
                <a:solidFill>
                  <a:srgbClr val="FFFFFF"/>
                </a:solidFill>
              </a:endParaRPr>
            </a:p>
          </p:txBody>
        </p:sp>
        <p:sp>
          <p:nvSpPr>
            <p:cNvPr id="8210" name="Text Box 5">
              <a:extLst>
                <a:ext uri="{FF2B5EF4-FFF2-40B4-BE49-F238E27FC236}">
                  <a16:creationId xmlns:a16="http://schemas.microsoft.com/office/drawing/2014/main" id="{5A885531-DD31-4ABA-9AE1-2A9FC62DF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506"/>
              <a:ext cx="740" cy="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FFFFFF"/>
                  </a:solidFill>
                  <a:latin typeface="Arial" panose="020B0604020202020204" pitchFamily="34" charset="0"/>
                </a:rPr>
                <a:t> </a:t>
              </a: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id-ID" altLang="en-US" sz="1600" b="1">
                  <a:solidFill>
                    <a:srgbClr val="DBBD71"/>
                  </a:solidFill>
                  <a:latin typeface="Arial" panose="020B0604020202020204" pitchFamily="34" charset="0"/>
                </a:rPr>
                <a:t>HAKEKAT BANGSA</a:t>
              </a:r>
              <a:endParaRPr lang="en-US" altLang="en-US" sz="1600" b="1">
                <a:solidFill>
                  <a:srgbClr val="DBBD71"/>
                </a:solidFill>
                <a:latin typeface="Arial" panose="020B0604020202020204" pitchFamily="34" charset="0"/>
              </a:endParaRP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>
                <a:solidFill>
                  <a:srgbClr val="DBBD7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24934" name="AutoShape 6">
            <a:extLst>
              <a:ext uri="{FF2B5EF4-FFF2-40B4-BE49-F238E27FC236}">
                <a16:creationId xmlns:a16="http://schemas.microsoft.com/office/drawing/2014/main" id="{D8A5FC7F-E37C-4DC2-A15D-BB5109467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3429000"/>
            <a:ext cx="2563812" cy="533400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d-ID" altLang="en-US" sz="1200" b="1">
                <a:solidFill>
                  <a:srgbClr val="0000FF"/>
                </a:solidFill>
                <a:latin typeface="Arial" panose="020B0604020202020204" pitchFamily="34" charset="0"/>
              </a:rPr>
              <a:t>SOSIOLOGIS ANTROPOLOGIS</a:t>
            </a:r>
            <a:endParaRPr lang="en-US" altLang="en-US" sz="1200" b="1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24935" name="AutoShape 7">
            <a:extLst>
              <a:ext uri="{FF2B5EF4-FFF2-40B4-BE49-F238E27FC236}">
                <a16:creationId xmlns:a16="http://schemas.microsoft.com/office/drawing/2014/main" id="{D3397FBC-2D7A-4B22-BC84-511120C6F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429000"/>
            <a:ext cx="2895600" cy="533400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d-ID" altLang="en-US">
                <a:solidFill>
                  <a:srgbClr val="0000FF"/>
                </a:solidFill>
                <a:latin typeface="Arial" panose="020B0604020202020204" pitchFamily="34" charset="0"/>
              </a:rPr>
              <a:t>POLITIS</a:t>
            </a:r>
            <a:endParaRPr lang="en-US" altLang="en-US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24936" name="AutoShape 8">
            <a:extLst>
              <a:ext uri="{FF2B5EF4-FFF2-40B4-BE49-F238E27FC236}">
                <a16:creationId xmlns:a16="http://schemas.microsoft.com/office/drawing/2014/main" id="{77262E44-8546-4F04-B4A5-0B62ADF93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1" y="3429000"/>
            <a:ext cx="3021013" cy="533400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d-ID" altLang="en-US" sz="1400" b="1">
                <a:solidFill>
                  <a:srgbClr val="0000FF"/>
                </a:solidFill>
                <a:latin typeface="Arial" panose="020B0604020202020204" pitchFamily="34" charset="0"/>
              </a:rPr>
              <a:t>CULTURAL DAN POLITICAL UNITY</a:t>
            </a:r>
            <a:endParaRPr lang="en-US" altLang="en-US" sz="1400" b="1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24937" name="Line 9">
            <a:extLst>
              <a:ext uri="{FF2B5EF4-FFF2-40B4-BE49-F238E27FC236}">
                <a16:creationId xmlns:a16="http://schemas.microsoft.com/office/drawing/2014/main" id="{8CF24884-3C68-4ADA-97A8-FF92D712129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867025"/>
            <a:ext cx="0" cy="5334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24938" name="Line 10">
            <a:extLst>
              <a:ext uri="{FF2B5EF4-FFF2-40B4-BE49-F238E27FC236}">
                <a16:creationId xmlns:a16="http://schemas.microsoft.com/office/drawing/2014/main" id="{B1EFE549-2718-43FA-8239-2D0CBA9968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16275" y="2420938"/>
            <a:ext cx="1905000" cy="9144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24939" name="Line 11">
            <a:extLst>
              <a:ext uri="{FF2B5EF4-FFF2-40B4-BE49-F238E27FC236}">
                <a16:creationId xmlns:a16="http://schemas.microsoft.com/office/drawing/2014/main" id="{FC669639-E4A9-4541-AD4D-A1AD9172E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2362200"/>
            <a:ext cx="2438400" cy="9906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24942" name="WordArt 14">
            <a:extLst>
              <a:ext uri="{FF2B5EF4-FFF2-40B4-BE49-F238E27FC236}">
                <a16:creationId xmlns:a16="http://schemas.microsoft.com/office/drawing/2014/main" id="{C421FF4C-3826-430E-AC78-FD731E11779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711450" y="188913"/>
            <a:ext cx="5829300" cy="7921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HAKEKAT BANGSA DAN NEGARA</a:t>
            </a:r>
          </a:p>
        </p:txBody>
      </p:sp>
      <p:sp>
        <p:nvSpPr>
          <p:cNvPr id="124943" name="AutoShape 15">
            <a:extLst>
              <a:ext uri="{FF2B5EF4-FFF2-40B4-BE49-F238E27FC236}">
                <a16:creationId xmlns:a16="http://schemas.microsoft.com/office/drawing/2014/main" id="{5C588F62-F1CA-41D7-8403-2FA0D316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8" y="4581525"/>
            <a:ext cx="2563812" cy="533400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d-ID" altLang="en-US" sz="1200" b="1">
                <a:solidFill>
                  <a:srgbClr val="0000FF"/>
                </a:solidFill>
                <a:latin typeface="Arial" panose="020B0604020202020204" pitchFamily="34" charset="0"/>
              </a:rPr>
              <a:t>IKATAN PRIMORDIAL</a:t>
            </a:r>
            <a:endParaRPr lang="en-US" altLang="en-US" sz="1200" b="1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24944" name="AutoShape 16">
            <a:extLst>
              <a:ext uri="{FF2B5EF4-FFF2-40B4-BE49-F238E27FC236}">
                <a16:creationId xmlns:a16="http://schemas.microsoft.com/office/drawing/2014/main" id="{5EC01D81-D8D0-4246-9FAE-CE70FFD4B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675" y="4581525"/>
            <a:ext cx="2895600" cy="533400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d-ID" altLang="en-US">
                <a:solidFill>
                  <a:srgbClr val="0000FF"/>
                </a:solidFill>
                <a:latin typeface="Arial" panose="020B0604020202020204" pitchFamily="34" charset="0"/>
              </a:rPr>
              <a:t>IKATAN KEKUASAAN</a:t>
            </a:r>
            <a:endParaRPr lang="en-US" altLang="en-US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24945" name="AutoShape 17">
            <a:extLst>
              <a:ext uri="{FF2B5EF4-FFF2-40B4-BE49-F238E27FC236}">
                <a16:creationId xmlns:a16="http://schemas.microsoft.com/office/drawing/2014/main" id="{A3039061-A8BE-42A8-8769-C3F5FEC2C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6988" y="4508500"/>
            <a:ext cx="3021012" cy="533400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id-ID" altLang="en-US" sz="1200" b="1">
                <a:solidFill>
                  <a:srgbClr val="0000FF"/>
                </a:solidFill>
                <a:latin typeface="Arial" panose="020B0604020202020204" pitchFamily="34" charset="0"/>
              </a:rPr>
              <a:t>KEBUDAYAAN DAN POLITIK NEGARA</a:t>
            </a:r>
            <a:endParaRPr lang="en-US" altLang="en-US" sz="1200" b="1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  <p:sp>
        <p:nvSpPr>
          <p:cNvPr id="124946" name="Line 18">
            <a:extLst>
              <a:ext uri="{FF2B5EF4-FFF2-40B4-BE49-F238E27FC236}">
                <a16:creationId xmlns:a16="http://schemas.microsoft.com/office/drawing/2014/main" id="{4B5430B9-6324-411F-9574-C184D59EA6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7350" y="4005263"/>
            <a:ext cx="0" cy="5334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24947" name="Line 19">
            <a:extLst>
              <a:ext uri="{FF2B5EF4-FFF2-40B4-BE49-F238E27FC236}">
                <a16:creationId xmlns:a16="http://schemas.microsoft.com/office/drawing/2014/main" id="{651727E3-4F9F-46AD-8DAF-9820EDAD6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0100" y="4005263"/>
            <a:ext cx="0" cy="5334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24948" name="Line 20">
            <a:extLst>
              <a:ext uri="{FF2B5EF4-FFF2-40B4-BE49-F238E27FC236}">
                <a16:creationId xmlns:a16="http://schemas.microsoft.com/office/drawing/2014/main" id="{2F9F7B5E-EEAF-4F83-B91C-08D749DE274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20188" y="4005263"/>
            <a:ext cx="0" cy="533400"/>
          </a:xfrm>
          <a:prstGeom prst="line">
            <a:avLst/>
          </a:prstGeom>
          <a:noFill/>
          <a:ln w="57150">
            <a:solidFill>
              <a:srgbClr val="00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12493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4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 decel="1000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4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4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800" decel="1000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800" decel="100000" fill="hold"/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800" decel="100000" fill="hold"/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00" decel="100000" fill="hold"/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0" dur="2000"/>
                                        <p:tgtEl>
                                          <p:spTgt spid="12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800" decel="100000"/>
                                        <p:tgtEl>
                                          <p:spTgt spid="1249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800" decel="100000" fill="hold"/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800" decel="100000" fill="hold"/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800" decel="100000" fill="hold"/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800" decel="1000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800" decel="100000" fill="hold"/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800" decel="100000" fill="hold"/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800" decel="100000" fill="hold"/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4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24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2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4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/>
      <p:bldP spid="124934" grpId="0" animBg="1"/>
      <p:bldP spid="124935" grpId="0" animBg="1"/>
      <p:bldP spid="124936" grpId="0" animBg="1"/>
      <p:bldP spid="124943" grpId="0" animBg="1"/>
      <p:bldP spid="124944" grpId="0" animBg="1"/>
      <p:bldP spid="12494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Rectangle 3">
            <a:extLst>
              <a:ext uri="{FF2B5EF4-FFF2-40B4-BE49-F238E27FC236}">
                <a16:creationId xmlns:a16="http://schemas.microsoft.com/office/drawing/2014/main" id="{FF005414-5A00-47EE-B75B-B618D3577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87526" y="1598614"/>
            <a:ext cx="8556625" cy="4783137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en-US">
                <a:solidFill>
                  <a:schemeClr val="tx2"/>
                </a:solidFill>
                <a:effectLst/>
              </a:rPr>
              <a:t>PENGERTIAN NEGARA :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en-US">
                <a:solidFill>
                  <a:schemeClr val="tx2"/>
                </a:solidFill>
                <a:effectLst/>
              </a:rPr>
              <a:t>	1. Organisasi di suatu Wil yg mempunyai kekuasaan tertinggi yg sah dan ditaati rakyat.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r>
              <a:rPr lang="en-US" altLang="en-US">
                <a:solidFill>
                  <a:schemeClr val="tx2"/>
                </a:solidFill>
                <a:effectLst/>
              </a:rPr>
              <a:t>	2. Kelompok sosial yg menduduki wail/daerah tertentu yg diorganisir wil dibawah lembaga politik dan pem yg efektif, mempunyai kesatuan politik, berdaulat sehingga menentukan tujuan Nasional.</a:t>
            </a:r>
          </a:p>
          <a:p>
            <a:pPr marL="609600" indent="-609600" eaLnBrk="1" hangingPunct="1">
              <a:lnSpc>
                <a:spcPct val="90000"/>
              </a:lnSpc>
              <a:buNone/>
            </a:pPr>
            <a:endParaRPr lang="en-US" altLang="en-US">
              <a:solidFill>
                <a:schemeClr val="tx2"/>
              </a:solidFill>
              <a:effectLst/>
            </a:endParaRPr>
          </a:p>
        </p:txBody>
      </p:sp>
      <p:sp>
        <p:nvSpPr>
          <p:cNvPr id="122884" name="WordArt 4">
            <a:extLst>
              <a:ext uri="{FF2B5EF4-FFF2-40B4-BE49-F238E27FC236}">
                <a16:creationId xmlns:a16="http://schemas.microsoft.com/office/drawing/2014/main" id="{CA3E2751-0D2A-4AE6-8F7C-85C5DCF167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47850" y="476251"/>
            <a:ext cx="5829300" cy="7921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kern="1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 panose="020B0806030902050204" pitchFamily="34" charset="0"/>
              </a:rPr>
              <a:t>HAKEKAT BANGSA DAN NEGARA</a:t>
            </a:r>
          </a:p>
        </p:txBody>
      </p:sp>
      <p:pic>
        <p:nvPicPr>
          <p:cNvPr id="9220" name="Picture 5" descr="j0229385">
            <a:extLst>
              <a:ext uri="{FF2B5EF4-FFF2-40B4-BE49-F238E27FC236}">
                <a16:creationId xmlns:a16="http://schemas.microsoft.com/office/drawing/2014/main" id="{CB2A7AB9-A172-471A-B0BC-EE9A9C0B2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789" y="404814"/>
            <a:ext cx="2232025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122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F78E9D2E-1A5F-4F52-8CE8-E0D9275BD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7850" y="0"/>
            <a:ext cx="8229600" cy="69850"/>
          </a:xfrm>
        </p:spPr>
        <p:txBody>
          <a:bodyPr/>
          <a:lstStyle/>
          <a:p>
            <a:pPr eaLnBrk="1" hangingPunct="1">
              <a:defRPr/>
            </a:pPr>
            <a:endParaRPr lang="en-US" sz="3600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879B96F0-8289-4F6F-BDD9-82881C6D422E}"/>
              </a:ext>
            </a:extLst>
          </p:cNvPr>
          <p:cNvGrpSpPr>
            <a:grpSpLocks/>
          </p:cNvGrpSpPr>
          <p:nvPr/>
        </p:nvGrpSpPr>
        <p:grpSpPr bwMode="auto">
          <a:xfrm>
            <a:off x="5016500" y="1557338"/>
            <a:ext cx="1511300" cy="976312"/>
            <a:chOff x="2256" y="1506"/>
            <a:chExt cx="816" cy="615"/>
          </a:xfrm>
        </p:grpSpPr>
        <p:sp>
          <p:nvSpPr>
            <p:cNvPr id="10253" name="Oval 4">
              <a:extLst>
                <a:ext uri="{FF2B5EF4-FFF2-40B4-BE49-F238E27FC236}">
                  <a16:creationId xmlns:a16="http://schemas.microsoft.com/office/drawing/2014/main" id="{0541631D-6943-4F07-B55B-E6B4CC362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513"/>
              <a:ext cx="816" cy="576"/>
            </a:xfrm>
            <a:prstGeom prst="ellipse">
              <a:avLst/>
            </a:prstGeom>
            <a:solidFill>
              <a:srgbClr val="FF3300"/>
            </a:solidFill>
            <a:ln w="9525">
              <a:round/>
              <a:headEnd/>
              <a:tailEnd/>
            </a:ln>
            <a:scene3d>
              <a:camera prst="legacyPerspectiveBottom"/>
              <a:lightRig rig="legacyFlat3" dir="t"/>
            </a:scene3d>
            <a:sp3d extrusionH="887400" prstMaterial="legacyMatte">
              <a:bevelT w="13500" h="13500" prst="angle"/>
              <a:bevelB w="13500" h="13500" prst="angle"/>
              <a:extrusionClr>
                <a:srgbClr val="FF3300"/>
              </a:extrusionClr>
              <a:contourClr>
                <a:srgbClr val="FF3300"/>
              </a:contourClr>
            </a:sp3d>
          </p:spPr>
          <p:txBody>
            <a:bodyPr wrap="none" anchor="ctr">
              <a:flatTx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id-ID" altLang="en-US">
                <a:solidFill>
                  <a:srgbClr val="FFFFFF"/>
                </a:solidFill>
              </a:endParaRPr>
            </a:p>
          </p:txBody>
        </p:sp>
        <p:sp>
          <p:nvSpPr>
            <p:cNvPr id="10254" name="Text Box 5">
              <a:extLst>
                <a:ext uri="{FF2B5EF4-FFF2-40B4-BE49-F238E27FC236}">
                  <a16:creationId xmlns:a16="http://schemas.microsoft.com/office/drawing/2014/main" id="{5B12F386-F446-4EDE-8083-A7040E187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506"/>
              <a:ext cx="740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>
                  <a:solidFill>
                    <a:srgbClr val="FFFFFF"/>
                  </a:solidFill>
                  <a:latin typeface="Arial" panose="020B0604020202020204" pitchFamily="34" charset="0"/>
                </a:rPr>
                <a:t> </a:t>
              </a: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sz="2000" b="1">
                  <a:solidFill>
                    <a:srgbClr val="DBBD71"/>
                  </a:solidFill>
                  <a:latin typeface="Arial" panose="020B0604020202020204" pitchFamily="34" charset="0"/>
                </a:rPr>
                <a:t>NEGARA</a:t>
              </a: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 altLang="en-US" sz="2000" b="1">
                <a:solidFill>
                  <a:srgbClr val="DBBD7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28006" name="AutoShape 6">
            <a:extLst>
              <a:ext uri="{FF2B5EF4-FFF2-40B4-BE49-F238E27FC236}">
                <a16:creationId xmlns:a16="http://schemas.microsoft.com/office/drawing/2014/main" id="{8D31C4B9-3BA1-4650-B3AC-6384CC6D5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3357563"/>
            <a:ext cx="2209800" cy="533400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KONSTITUTIF</a:t>
            </a:r>
          </a:p>
        </p:txBody>
      </p:sp>
      <p:sp>
        <p:nvSpPr>
          <p:cNvPr id="128007" name="AutoShape 7">
            <a:extLst>
              <a:ext uri="{FF2B5EF4-FFF2-40B4-BE49-F238E27FC236}">
                <a16:creationId xmlns:a16="http://schemas.microsoft.com/office/drawing/2014/main" id="{F3F00E8F-D9D5-41A4-84E8-44775A69A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1" y="4365625"/>
            <a:ext cx="2879725" cy="1511300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</p:spPr>
        <p:txBody>
          <a:bodyPr wrap="none" anchor="ctr">
            <a:flatTx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RAKYAT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WILAYAH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PEM YG BERDAULAT</a:t>
            </a:r>
          </a:p>
        </p:txBody>
      </p:sp>
      <p:sp>
        <p:nvSpPr>
          <p:cNvPr id="128008" name="AutoShape 8">
            <a:extLst>
              <a:ext uri="{FF2B5EF4-FFF2-40B4-BE49-F238E27FC236}">
                <a16:creationId xmlns:a16="http://schemas.microsoft.com/office/drawing/2014/main" id="{9965844B-C4D2-4FDE-96BF-74435A482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0825" y="3429000"/>
            <a:ext cx="2374900" cy="533400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DEKLARATIF</a:t>
            </a:r>
          </a:p>
        </p:txBody>
      </p:sp>
      <p:sp>
        <p:nvSpPr>
          <p:cNvPr id="128010" name="Line 10">
            <a:extLst>
              <a:ext uri="{FF2B5EF4-FFF2-40B4-BE49-F238E27FC236}">
                <a16:creationId xmlns:a16="http://schemas.microsoft.com/office/drawing/2014/main" id="{C585540F-6ABD-4E8C-83F3-3AC1B0BC78E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5414" y="2420938"/>
            <a:ext cx="1296987" cy="792162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28011" name="Line 11">
            <a:extLst>
              <a:ext uri="{FF2B5EF4-FFF2-40B4-BE49-F238E27FC236}">
                <a16:creationId xmlns:a16="http://schemas.microsoft.com/office/drawing/2014/main" id="{80C6940A-4378-4D22-9AF8-46E539CC72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1" y="2362200"/>
            <a:ext cx="1279525" cy="922338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0249" name="WordArt 14">
            <a:extLst>
              <a:ext uri="{FF2B5EF4-FFF2-40B4-BE49-F238E27FC236}">
                <a16:creationId xmlns:a16="http://schemas.microsoft.com/office/drawing/2014/main" id="{496B50FD-4601-41AB-8464-54BB644EC86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648075" y="188914"/>
            <a:ext cx="4057650" cy="657225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 panose="020B0806030902050204" pitchFamily="34" charset="0"/>
              </a:rPr>
              <a:t>UNSUR-UNSUR NEGARA</a:t>
            </a:r>
          </a:p>
        </p:txBody>
      </p:sp>
      <p:sp>
        <p:nvSpPr>
          <p:cNvPr id="10250" name="Line 15">
            <a:extLst>
              <a:ext uri="{FF2B5EF4-FFF2-40B4-BE49-F238E27FC236}">
                <a16:creationId xmlns:a16="http://schemas.microsoft.com/office/drawing/2014/main" id="{2BE89936-76E3-4B96-9B3E-6341EF8F8ED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9513" y="3860800"/>
            <a:ext cx="0" cy="431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  <p:sp>
        <p:nvSpPr>
          <p:cNvPr id="128016" name="AutoShape 16">
            <a:extLst>
              <a:ext uri="{FF2B5EF4-FFF2-40B4-BE49-F238E27FC236}">
                <a16:creationId xmlns:a16="http://schemas.microsoft.com/office/drawing/2014/main" id="{F150AE82-AD15-4B60-A98C-739E9C2E4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4365626"/>
            <a:ext cx="2808288" cy="792163"/>
          </a:xfrm>
          <a:prstGeom prst="roundRect">
            <a:avLst>
              <a:gd name="adj" fmla="val 16667"/>
            </a:avLst>
          </a:prstGeom>
          <a:solidFill>
            <a:srgbClr val="66FF33"/>
          </a:solidFill>
          <a:ln w="9525">
            <a:round/>
            <a:headEnd/>
            <a:tailEnd/>
          </a:ln>
          <a:scene3d>
            <a:camera prst="legacyPerspectiveTopRight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66FF33"/>
            </a:extrusionClr>
            <a:contourClr>
              <a:srgbClr val="66FF33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solidFill>
                  <a:srgbClr val="0000FF"/>
                </a:solidFill>
                <a:latin typeface="Arial" panose="020B0604020202020204" pitchFamily="34" charset="0"/>
              </a:rPr>
              <a:t>PENGAKUAN NEG LAIN</a:t>
            </a:r>
          </a:p>
        </p:txBody>
      </p:sp>
      <p:sp>
        <p:nvSpPr>
          <p:cNvPr id="10252" name="Line 17">
            <a:extLst>
              <a:ext uri="{FF2B5EF4-FFF2-40B4-BE49-F238E27FC236}">
                <a16:creationId xmlns:a16="http://schemas.microsoft.com/office/drawing/2014/main" id="{6A26EB48-73EA-4FE0-AF40-560972075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6225" y="3933825"/>
            <a:ext cx="0" cy="4318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1280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12800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8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 decel="1000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28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80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800" decel="100000"/>
                                        <p:tgtEl>
                                          <p:spTgt spid="1280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800" decel="100000" fill="hold"/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00" decel="100000" fill="hold"/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800" decel="100000" fill="hold"/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8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800" decel="100000"/>
                                        <p:tgtEl>
                                          <p:spTgt spid="1280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800" decel="100000" fill="hold"/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00" decel="100000" fill="hold"/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800" decel="100000" fill="hold"/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80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/>
      <p:bldP spid="128006" grpId="0" animBg="1"/>
      <p:bldP spid="128007" grpId="0" animBg="1"/>
      <p:bldP spid="128008" grpId="0" animBg="1"/>
      <p:bldP spid="128016" grpId="0" animBg="1"/>
    </p:bldLst>
  </p:timing>
</p:sld>
</file>

<file path=ppt/theme/theme1.xml><?xml version="1.0" encoding="utf-8"?>
<a:theme xmlns:a="http://schemas.openxmlformats.org/drawingml/2006/main" name="Balance">
  <a:themeElements>
    <a:clrScheme name="Balance 1">
      <a:dk1>
        <a:srgbClr val="663300"/>
      </a:dk1>
      <a:lt1>
        <a:srgbClr val="FFFFFF"/>
      </a:lt1>
      <a:dk2>
        <a:srgbClr val="996600"/>
      </a:dk2>
      <a:lt2>
        <a:srgbClr val="DBBD71"/>
      </a:lt2>
      <a:accent1>
        <a:srgbClr val="F8A500"/>
      </a:accent1>
      <a:accent2>
        <a:srgbClr val="808000"/>
      </a:accent2>
      <a:accent3>
        <a:srgbClr val="CAB8AA"/>
      </a:accent3>
      <a:accent4>
        <a:srgbClr val="DADADA"/>
      </a:accent4>
      <a:accent5>
        <a:srgbClr val="FBCFAA"/>
      </a:accent5>
      <a:accent6>
        <a:srgbClr val="737300"/>
      </a:accent6>
      <a:hlink>
        <a:srgbClr val="FFCC66"/>
      </a:hlink>
      <a:folHlink>
        <a:srgbClr val="CCA500"/>
      </a:folHlink>
    </a:clrScheme>
    <a:fontScheme name="Balance">
      <a:majorFont>
        <a:latin typeface="Arial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alance 1">
        <a:dk1>
          <a:srgbClr val="663300"/>
        </a:dk1>
        <a:lt1>
          <a:srgbClr val="FFFFFF"/>
        </a:lt1>
        <a:dk2>
          <a:srgbClr val="996600"/>
        </a:dk2>
        <a:lt2>
          <a:srgbClr val="DBBD71"/>
        </a:lt2>
        <a:accent1>
          <a:srgbClr val="F8A500"/>
        </a:accent1>
        <a:accent2>
          <a:srgbClr val="808000"/>
        </a:accent2>
        <a:accent3>
          <a:srgbClr val="CAB8AA"/>
        </a:accent3>
        <a:accent4>
          <a:srgbClr val="DADADA"/>
        </a:accent4>
        <a:accent5>
          <a:srgbClr val="FBCFAA"/>
        </a:accent5>
        <a:accent6>
          <a:srgbClr val="737300"/>
        </a:accent6>
        <a:hlink>
          <a:srgbClr val="FFCC66"/>
        </a:hlink>
        <a:folHlink>
          <a:srgbClr val="CCA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2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CC66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B8AA"/>
        </a:accent5>
        <a:accent6>
          <a:srgbClr val="AC6D56"/>
        </a:accent6>
        <a:hlink>
          <a:srgbClr val="FFFF99"/>
        </a:hlink>
        <a:folHlink>
          <a:srgbClr val="E5B32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3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2EB62E"/>
        </a:accent1>
        <a:accent2>
          <a:srgbClr val="527C3A"/>
        </a:accent2>
        <a:accent3>
          <a:srgbClr val="B2B9AC"/>
        </a:accent3>
        <a:accent4>
          <a:srgbClr val="DADADA"/>
        </a:accent4>
        <a:accent5>
          <a:srgbClr val="ADD7AD"/>
        </a:accent5>
        <a:accent6>
          <a:srgbClr val="497034"/>
        </a:accent6>
        <a:hlink>
          <a:srgbClr val="DDD8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4">
        <a:dk1>
          <a:srgbClr val="005A58"/>
        </a:dk1>
        <a:lt1>
          <a:srgbClr val="FFFFFF"/>
        </a:lt1>
        <a:dk2>
          <a:srgbClr val="00716E"/>
        </a:dk2>
        <a:lt2>
          <a:srgbClr val="FFFF99"/>
        </a:lt2>
        <a:accent1>
          <a:srgbClr val="2DB3B0"/>
        </a:accent1>
        <a:accent2>
          <a:srgbClr val="6D6FC7"/>
        </a:accent2>
        <a:accent3>
          <a:srgbClr val="AABBBA"/>
        </a:accent3>
        <a:accent4>
          <a:srgbClr val="DADADA"/>
        </a:accent4>
        <a:accent5>
          <a:srgbClr val="ADD6D4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336699"/>
        </a:accent1>
        <a:accent2>
          <a:srgbClr val="00B000"/>
        </a:accent2>
        <a:accent3>
          <a:srgbClr val="ACB3C1"/>
        </a:accent3>
        <a:accent4>
          <a:srgbClr val="DADADA"/>
        </a:accent4>
        <a:accent5>
          <a:srgbClr val="ADB8CA"/>
        </a:accent5>
        <a:accent6>
          <a:srgbClr val="009F00"/>
        </a:accent6>
        <a:hlink>
          <a:srgbClr val="00CCFF"/>
        </a:hlink>
        <a:folHlink>
          <a:srgbClr val="B5FFF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6">
        <a:dk1>
          <a:srgbClr val="2F2D25"/>
        </a:dk1>
        <a:lt1>
          <a:srgbClr val="FFFFFF"/>
        </a:lt1>
        <a:dk2>
          <a:srgbClr val="656151"/>
        </a:dk2>
        <a:lt2>
          <a:srgbClr val="FFFFCC"/>
        </a:lt2>
        <a:accent1>
          <a:srgbClr val="818173"/>
        </a:accent1>
        <a:accent2>
          <a:srgbClr val="809EA8"/>
        </a:accent2>
        <a:accent3>
          <a:srgbClr val="B8B7B3"/>
        </a:accent3>
        <a:accent4>
          <a:srgbClr val="DADADA"/>
        </a:accent4>
        <a:accent5>
          <a:srgbClr val="C1C1BC"/>
        </a:accent5>
        <a:accent6>
          <a:srgbClr val="738F98"/>
        </a:accent6>
        <a:hlink>
          <a:srgbClr val="E2C86A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7">
        <a:dk1>
          <a:srgbClr val="B4AF80"/>
        </a:dk1>
        <a:lt1>
          <a:srgbClr val="FFFFFF"/>
        </a:lt1>
        <a:dk2>
          <a:srgbClr val="C8C6A2"/>
        </a:dk2>
        <a:lt2>
          <a:srgbClr val="827F4C"/>
        </a:lt2>
        <a:accent1>
          <a:srgbClr val="7C784E"/>
        </a:accent1>
        <a:accent2>
          <a:srgbClr val="A2A4AC"/>
        </a:accent2>
        <a:accent3>
          <a:srgbClr val="E0DFCE"/>
        </a:accent3>
        <a:accent4>
          <a:srgbClr val="DADADA"/>
        </a:accent4>
        <a:accent5>
          <a:srgbClr val="BFBEB2"/>
        </a:accent5>
        <a:accent6>
          <a:srgbClr val="92949B"/>
        </a:accent6>
        <a:hlink>
          <a:srgbClr val="33CC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ance 8">
        <a:dk1>
          <a:srgbClr val="000000"/>
        </a:dk1>
        <a:lt1>
          <a:srgbClr val="DDDDDD"/>
        </a:lt1>
        <a:dk2>
          <a:srgbClr val="000000"/>
        </a:dk2>
        <a:lt2>
          <a:srgbClr val="B8B7D1"/>
        </a:lt2>
        <a:accent1>
          <a:srgbClr val="F1F0F4"/>
        </a:accent1>
        <a:accent2>
          <a:srgbClr val="C1BCFC"/>
        </a:accent2>
        <a:accent3>
          <a:srgbClr val="EBEBEB"/>
        </a:accent3>
        <a:accent4>
          <a:srgbClr val="000000"/>
        </a:accent4>
        <a:accent5>
          <a:srgbClr val="F7F6F8"/>
        </a:accent5>
        <a:accent6>
          <a:srgbClr val="AFAAE4"/>
        </a:accent6>
        <a:hlink>
          <a:srgbClr val="5454C6"/>
        </a:hlink>
        <a:folHlink>
          <a:srgbClr val="6A6F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ance 9">
        <a:dk1>
          <a:srgbClr val="000000"/>
        </a:dk1>
        <a:lt1>
          <a:srgbClr val="FFFFFF"/>
        </a:lt1>
        <a:dk2>
          <a:srgbClr val="00A29E"/>
        </a:dk2>
        <a:lt2>
          <a:srgbClr val="CBCBCB"/>
        </a:lt2>
        <a:accent1>
          <a:srgbClr val="E5E5FF"/>
        </a:accent1>
        <a:accent2>
          <a:srgbClr val="79CD6B"/>
        </a:accent2>
        <a:accent3>
          <a:srgbClr val="FFFFFF"/>
        </a:accent3>
        <a:accent4>
          <a:srgbClr val="000000"/>
        </a:accent4>
        <a:accent5>
          <a:srgbClr val="F0F0FF"/>
        </a:accent5>
        <a:accent6>
          <a:srgbClr val="6DBA60"/>
        </a:accent6>
        <a:hlink>
          <a:srgbClr val="4477DE"/>
        </a:hlink>
        <a:folHlink>
          <a:srgbClr val="65498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235</Words>
  <Application>Microsoft Office PowerPoint</Application>
  <PresentationFormat>Widescreen</PresentationFormat>
  <Paragraphs>46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Impact</vt:lpstr>
      <vt:lpstr>Tahoma</vt:lpstr>
      <vt:lpstr>Wingdings</vt:lpstr>
      <vt:lpstr>Balance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 new</dc:creator>
  <cp:lastModifiedBy>lenovo new</cp:lastModifiedBy>
  <cp:revision>1</cp:revision>
  <dcterms:created xsi:type="dcterms:W3CDTF">2021-03-22T13:45:02Z</dcterms:created>
  <dcterms:modified xsi:type="dcterms:W3CDTF">2021-03-22T13:47:17Z</dcterms:modified>
</cp:coreProperties>
</file>