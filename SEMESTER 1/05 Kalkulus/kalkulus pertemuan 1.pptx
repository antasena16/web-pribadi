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4"/>
  </p:sldMasterIdLst>
  <p:notesMasterIdLst>
    <p:notesMasterId r:id="rId14"/>
  </p:notesMasterIdLst>
  <p:sldIdLst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59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75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02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56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0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5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28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EA15526-7079-4B7B-987C-1B5FAE11A0FF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5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50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16498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FD321E65-3DF5-9DEA-19E3-BC2F6EE3E4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021" y="73949"/>
            <a:ext cx="18288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527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1" y="1455809"/>
            <a:ext cx="4365378" cy="1026543"/>
          </a:xfrm>
        </p:spPr>
        <p:txBody>
          <a:bodyPr>
            <a:normAutofit/>
          </a:bodyPr>
          <a:lstStyle/>
          <a:p>
            <a:pPr algn="l"/>
            <a:r>
              <a:rPr lang="en-US" sz="6600" dirty="0" err="1"/>
              <a:t>kalkulus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8474" y="2482352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Agung </a:t>
            </a:r>
            <a:r>
              <a:rPr lang="en-US" sz="2300" dirty="0" err="1"/>
              <a:t>Riyantomo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C6C2-3588-53C2-EEF3-6E225922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r>
              <a:rPr lang="en-US" dirty="0" err="1"/>
              <a:t>Kontrak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969B-0A97-D48F-C6C2-D94AD0A0B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err="1"/>
              <a:t>Materi</a:t>
            </a:r>
            <a:r>
              <a:rPr lang="en-US" sz="2400" dirty="0"/>
              <a:t> </a:t>
            </a:r>
            <a:r>
              <a:rPr lang="en-US" sz="2400" dirty="0" err="1"/>
              <a:t>kuliah</a:t>
            </a:r>
            <a:endParaRPr lang="en-US" sz="2400" dirty="0"/>
          </a:p>
          <a:p>
            <a:r>
              <a:rPr lang="en-US" sz="2400" dirty="0"/>
              <a:t>1. system </a:t>
            </a:r>
            <a:r>
              <a:rPr lang="en-US" sz="2400" dirty="0" err="1"/>
              <a:t>bilangan</a:t>
            </a:r>
            <a:endParaRPr lang="en-US" sz="2400" dirty="0"/>
          </a:p>
          <a:p>
            <a:r>
              <a:rPr lang="en-US" sz="2400" dirty="0"/>
              <a:t>2. </a:t>
            </a:r>
            <a:r>
              <a:rPr lang="en-US" sz="2400" dirty="0" err="1"/>
              <a:t>persamaan</a:t>
            </a:r>
            <a:r>
              <a:rPr lang="en-US" sz="2400" dirty="0"/>
              <a:t> dan </a:t>
            </a:r>
            <a:r>
              <a:rPr lang="en-US" sz="2400" dirty="0" err="1"/>
              <a:t>pertidaksamaan</a:t>
            </a:r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dirty="0" err="1"/>
              <a:t>fungsi</a:t>
            </a:r>
            <a:endParaRPr lang="en-US" sz="2400" dirty="0"/>
          </a:p>
          <a:p>
            <a:r>
              <a:rPr lang="en-US" sz="2400" dirty="0"/>
              <a:t>4. Limit </a:t>
            </a:r>
          </a:p>
          <a:p>
            <a:r>
              <a:rPr lang="en-US" sz="2400" dirty="0"/>
              <a:t>5. </a:t>
            </a:r>
            <a:r>
              <a:rPr lang="en-US" sz="2400" dirty="0" err="1"/>
              <a:t>turunan</a:t>
            </a:r>
            <a:endParaRPr lang="en-US" sz="2400" dirty="0"/>
          </a:p>
          <a:p>
            <a:r>
              <a:rPr lang="en-US" sz="2400" dirty="0"/>
              <a:t>6. integral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12339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62C5-BE91-5B12-5ADF-CD6D96E2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828338"/>
          </a:xfrm>
        </p:spPr>
        <p:txBody>
          <a:bodyPr/>
          <a:lstStyle/>
          <a:p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5690-02D4-E808-2CAF-2E3F20E2E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 RATNADEWI DKK, MATEMATIKA TEKNIK UNTUK PERGURUAN TINGGI , PENERBIT REKAYASA SAINS, 2019</a:t>
            </a:r>
          </a:p>
          <a:p>
            <a:r>
              <a:rPr lang="en-US" dirty="0"/>
              <a:t>2. MHD. DAUD PINEM,  “KALKULUS” , PENERBIT REKAYASA SAINS, 2017</a:t>
            </a:r>
          </a:p>
          <a:p>
            <a:r>
              <a:rPr lang="en-US" dirty="0"/>
              <a:t>3. O NEIL,  “</a:t>
            </a:r>
            <a:r>
              <a:rPr lang="en-ID" b="0" i="0" dirty="0">
                <a:effectLst/>
                <a:latin typeface="Nunito" panose="020F0502020204030204" pitchFamily="2" charset="0"/>
              </a:rPr>
              <a:t>ADVANCED ENGINEERING MATHEMATICS” , PENERBIT CENGAGE,   ANDI OFFSET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2243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7C8B-F76B-23A0-343C-9E27F039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026" name="Picture 2" descr="Advanced Engineering Mathematics">
            <a:extLst>
              <a:ext uri="{FF2B5EF4-FFF2-40B4-BE49-F238E27FC236}">
                <a16:creationId xmlns:a16="http://schemas.microsoft.com/office/drawing/2014/main" id="{478E8527-F308-7C82-696E-7128203D7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75" y="804519"/>
            <a:ext cx="3300481" cy="419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tematika Teknik untuk Perguruan Tinggi Revisi Kedua">
            <a:extLst>
              <a:ext uri="{FF2B5EF4-FFF2-40B4-BE49-F238E27FC236}">
                <a16:creationId xmlns:a16="http://schemas.microsoft.com/office/drawing/2014/main" id="{136B65B1-0F82-6769-903D-12B528856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208" y="804519"/>
            <a:ext cx="2744106" cy="417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lkulus Untuk Perguruan Tinggi">
            <a:extLst>
              <a:ext uri="{FF2B5EF4-FFF2-40B4-BE49-F238E27FC236}">
                <a16:creationId xmlns:a16="http://schemas.microsoft.com/office/drawing/2014/main" id="{69A35BAF-6937-2A8A-4BBA-BA35D3DC4D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42" y="787803"/>
            <a:ext cx="2744105" cy="420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48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767B-BE2B-2919-F038-F5DF8041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r>
              <a:rPr lang="en-US" dirty="0"/>
              <a:t>PENILAIAN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2D64D-3523-DCDF-89A8-4E7447B64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TUGAS				30</a:t>
            </a:r>
          </a:p>
          <a:p>
            <a:r>
              <a:rPr lang="en-US" sz="2800" dirty="0"/>
              <a:t>UTS					30</a:t>
            </a:r>
          </a:p>
          <a:p>
            <a:r>
              <a:rPr lang="en-US" sz="2800" dirty="0"/>
              <a:t>UAS					30</a:t>
            </a:r>
          </a:p>
          <a:p>
            <a:r>
              <a:rPr lang="en-US" sz="2800" dirty="0"/>
              <a:t>KEAKTIFAN &amp; PRESENSI	10</a:t>
            </a:r>
          </a:p>
          <a:p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189244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4BEE-9CB8-8A3E-CE54-23607AA6F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30367"/>
          </a:xfrm>
        </p:spPr>
        <p:txBody>
          <a:bodyPr/>
          <a:lstStyle/>
          <a:p>
            <a:r>
              <a:rPr lang="en-US" dirty="0"/>
              <a:t>PENERAPAN KALKULUS DALA INFORMATIKA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F426-2B92-0609-EF1C-0BA9C578F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Optimasi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Mesin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Grafik</a:t>
            </a:r>
            <a:r>
              <a:rPr lang="en-ID" dirty="0"/>
              <a:t> </a:t>
            </a:r>
            <a:r>
              <a:rPr lang="en-ID" dirty="0" err="1"/>
              <a:t>Komputer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Pemrosesan</a:t>
            </a:r>
            <a:r>
              <a:rPr lang="en-ID" dirty="0"/>
              <a:t> </a:t>
            </a:r>
            <a:r>
              <a:rPr lang="en-ID" dirty="0" err="1"/>
              <a:t>Sinyal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Analisis</a:t>
            </a:r>
            <a:r>
              <a:rPr lang="en-ID" dirty="0"/>
              <a:t> Data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7258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7EED-2673-47BF-7C79-D708C254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75938"/>
          </a:xfrm>
        </p:spPr>
        <p:txBody>
          <a:bodyPr/>
          <a:lstStyle/>
          <a:p>
            <a:r>
              <a:rPr lang="en-US" dirty="0"/>
              <a:t>TUGAS AWAL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83A73-C7C8-5F3F-973C-DD87CC4F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MEMBUAT WEB/BLOG PRIBADI</a:t>
            </a:r>
          </a:p>
          <a:p>
            <a:r>
              <a:rPr lang="en-US" dirty="0"/>
              <a:t>2. WEB/BLOG DIBUAT SEBAIK MUNGKIN, BAIK DARI TAMPILAN MAUPUN TATA LETAKNYA.</a:t>
            </a:r>
          </a:p>
          <a:p>
            <a:r>
              <a:rPr lang="en-US" dirty="0"/>
              <a:t>3. MEMBUAT RINGKASAN TENTANG SISTEM BILANGAN BESERTA CONTOHNYA, CANTUMKAN REFERENSINYA DI AKHIR TULISAN.</a:t>
            </a:r>
          </a:p>
          <a:p>
            <a:r>
              <a:rPr lang="en-US" dirty="0"/>
              <a:t>3. TUGAS DIUNGGAH DI WEB/BLOG PRIBADI.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0576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1474-8A36-31CA-27FE-B1A7A9CF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19481"/>
          </a:xfrm>
        </p:spPr>
        <p:txBody>
          <a:bodyPr>
            <a:normAutofit fontScale="90000"/>
          </a:bodyPr>
          <a:lstStyle/>
          <a:p>
            <a:r>
              <a:rPr lang="en-US" dirty="0"/>
              <a:t>ELEARNING</a:t>
            </a:r>
            <a:br>
              <a:rPr lang="en-US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C4AAE-1D18-4734-DAEB-EAF5FE52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30675"/>
            <a:ext cx="9603275" cy="3450613"/>
          </a:xfrm>
        </p:spPr>
        <p:txBody>
          <a:bodyPr>
            <a:normAutofit/>
          </a:bodyPr>
          <a:lstStyle/>
          <a:p>
            <a:r>
              <a:rPr lang="en-US" sz="4000" dirty="0"/>
              <a:t>KALKULUS 2024</a:t>
            </a:r>
          </a:p>
          <a:p>
            <a:r>
              <a:rPr lang="en-US" sz="4000" dirty="0"/>
              <a:t>PASSWORD :    </a:t>
            </a:r>
            <a:r>
              <a:rPr lang="en-US" sz="4000" dirty="0">
                <a:solidFill>
                  <a:srgbClr val="FF0000"/>
                </a:solidFill>
              </a:rPr>
              <a:t>@kelasA2 </a:t>
            </a:r>
            <a:r>
              <a:rPr lang="en-US" sz="4000" dirty="0"/>
              <a:t>,    </a:t>
            </a:r>
            <a:r>
              <a:rPr lang="en-US" sz="4000" dirty="0">
                <a:solidFill>
                  <a:srgbClr val="0070C0"/>
                </a:solidFill>
              </a:rPr>
              <a:t>@kelasA3</a:t>
            </a:r>
            <a:r>
              <a:rPr lang="en-US" sz="4000" dirty="0"/>
              <a:t>,     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@kelasA4</a:t>
            </a:r>
          </a:p>
          <a:p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410413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25B1-BE6B-5B45-9351-0C84A2D6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D588-59D2-A9B8-C2AA-F71A81515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30208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432</TotalTime>
  <Words>182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Nunito</vt:lpstr>
      <vt:lpstr>Gallery</vt:lpstr>
      <vt:lpstr>kalkulus</vt:lpstr>
      <vt:lpstr>Kontrak kuliah</vt:lpstr>
      <vt:lpstr>referensi</vt:lpstr>
      <vt:lpstr>PowerPoint Presentation</vt:lpstr>
      <vt:lpstr>PENILAIAN</vt:lpstr>
      <vt:lpstr>PENERAPAN KALKULUS DALA INFORMATIKA</vt:lpstr>
      <vt:lpstr>TUGAS AWAL</vt:lpstr>
      <vt:lpstr>ELEARNING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 lenovo</dc:creator>
  <cp:lastModifiedBy>lenovo lenovo</cp:lastModifiedBy>
  <cp:revision>1</cp:revision>
  <dcterms:created xsi:type="dcterms:W3CDTF">2024-09-11T03:35:29Z</dcterms:created>
  <dcterms:modified xsi:type="dcterms:W3CDTF">2024-09-11T10:47:47Z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